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AA00"/>
    <a:srgbClr val="9B4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2"/>
    <p:restoredTop sz="94649"/>
  </p:normalViewPr>
  <p:slideViewPr>
    <p:cSldViewPr snapToGrid="0" snapToObjects="1">
      <p:cViewPr varScale="1">
        <p:scale>
          <a:sx n="144" d="100"/>
          <a:sy n="144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98D23D-04B8-4F73-8B1B-71BFAF2526C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D93EBC-7B24-4111-AB65-0652165107B6}">
      <dgm:prSet/>
      <dgm:spPr/>
      <dgm:t>
        <a:bodyPr/>
        <a:lstStyle/>
        <a:p>
          <a:pPr>
            <a:defRPr cap="all"/>
          </a:pPr>
          <a:r>
            <a:rPr lang="en-US" b="1" dirty="0" err="1"/>
            <a:t>Projet</a:t>
          </a:r>
          <a:r>
            <a:rPr lang="en-US" b="1" dirty="0"/>
            <a:t> </a:t>
          </a:r>
          <a:r>
            <a:rPr lang="fr-FR" b="1" dirty="0"/>
            <a:t>Datavisualisation</a:t>
          </a:r>
        </a:p>
        <a:p>
          <a:pPr>
            <a:defRPr cap="all"/>
          </a:pPr>
          <a:r>
            <a:rPr lang="en-US" dirty="0"/>
            <a:t> Prometheus, Grafana, </a:t>
          </a:r>
          <a:r>
            <a:rPr lang="en-US" dirty="0" err="1"/>
            <a:t>Alertmanager</a:t>
          </a:r>
          <a:r>
            <a:rPr lang="en-US" dirty="0"/>
            <a:t>, Loki</a:t>
          </a:r>
        </a:p>
      </dgm:t>
    </dgm:pt>
    <dgm:pt modelId="{F22C3F52-0107-4E03-B02B-5C9065369051}" type="parTrans" cxnId="{EEF4EF6C-A016-43CE-93EF-5B4BF40F0EBF}">
      <dgm:prSet/>
      <dgm:spPr/>
      <dgm:t>
        <a:bodyPr/>
        <a:lstStyle/>
        <a:p>
          <a:endParaRPr lang="en-US"/>
        </a:p>
      </dgm:t>
    </dgm:pt>
    <dgm:pt modelId="{951F848B-9251-445A-9195-9109F9DAC9CE}" type="sibTrans" cxnId="{EEF4EF6C-A016-43CE-93EF-5B4BF40F0EBF}">
      <dgm:prSet/>
      <dgm:spPr/>
      <dgm:t>
        <a:bodyPr/>
        <a:lstStyle/>
        <a:p>
          <a:endParaRPr lang="en-US"/>
        </a:p>
      </dgm:t>
    </dgm:pt>
    <dgm:pt modelId="{EAE57913-680D-454B-AA55-A12919778D4D}">
      <dgm:prSet/>
      <dgm:spPr/>
      <dgm:t>
        <a:bodyPr/>
        <a:lstStyle/>
        <a:p>
          <a:pPr>
            <a:defRPr cap="all"/>
          </a:pPr>
          <a:r>
            <a:rPr lang="en-US" b="1" dirty="0"/>
            <a:t>Objectif</a:t>
          </a:r>
        </a:p>
        <a:p>
          <a:pPr>
            <a:defRPr cap="all"/>
          </a:pPr>
          <a:r>
            <a:rPr lang="en-US" dirty="0" err="1"/>
            <a:t>Construire</a:t>
          </a:r>
          <a:r>
            <a:rPr lang="en-US" dirty="0"/>
            <a:t> </a:t>
          </a:r>
          <a:r>
            <a:rPr lang="en-US" dirty="0" err="1"/>
            <a:t>une</a:t>
          </a:r>
          <a:r>
            <a:rPr lang="en-US" dirty="0"/>
            <a:t> stack de supervision exploitable </a:t>
          </a:r>
          <a:r>
            <a:rPr lang="en-US" dirty="0" err="1"/>
            <a:t>en</a:t>
          </a:r>
          <a:r>
            <a:rPr lang="en-US" dirty="0"/>
            <a:t> production</a:t>
          </a:r>
        </a:p>
      </dgm:t>
    </dgm:pt>
    <dgm:pt modelId="{C665953F-CF51-4188-898E-7AF65213E475}" type="parTrans" cxnId="{E8CEB8BA-4A11-44C1-931B-EA82CA20F2C0}">
      <dgm:prSet/>
      <dgm:spPr/>
      <dgm:t>
        <a:bodyPr/>
        <a:lstStyle/>
        <a:p>
          <a:endParaRPr lang="en-US"/>
        </a:p>
      </dgm:t>
    </dgm:pt>
    <dgm:pt modelId="{17DF94C2-20D1-4CCA-903E-BC73E9B34DED}" type="sibTrans" cxnId="{E8CEB8BA-4A11-44C1-931B-EA82CA20F2C0}">
      <dgm:prSet/>
      <dgm:spPr/>
      <dgm:t>
        <a:bodyPr/>
        <a:lstStyle/>
        <a:p>
          <a:endParaRPr lang="en-US"/>
        </a:p>
      </dgm:t>
    </dgm:pt>
    <dgm:pt modelId="{A192679C-22C1-4519-8024-7B32AFFC5469}">
      <dgm:prSet/>
      <dgm:spPr/>
      <dgm:t>
        <a:bodyPr/>
        <a:lstStyle/>
        <a:p>
          <a:pPr>
            <a:defRPr cap="all"/>
          </a:pPr>
          <a:r>
            <a:rPr lang="en-US" b="1" dirty="0"/>
            <a:t>Durée presentation</a:t>
          </a:r>
        </a:p>
        <a:p>
          <a:pPr>
            <a:defRPr cap="all"/>
          </a:pPr>
          <a:r>
            <a:rPr lang="en-US" dirty="0"/>
            <a:t>8 minutes</a:t>
          </a:r>
        </a:p>
      </dgm:t>
    </dgm:pt>
    <dgm:pt modelId="{CE18A6D0-1CD3-4D64-A91D-4590C47D6487}" type="parTrans" cxnId="{E4FBE50D-181A-46E0-B4AB-DBE30B52AA8A}">
      <dgm:prSet/>
      <dgm:spPr/>
      <dgm:t>
        <a:bodyPr/>
        <a:lstStyle/>
        <a:p>
          <a:endParaRPr lang="en-US"/>
        </a:p>
      </dgm:t>
    </dgm:pt>
    <dgm:pt modelId="{89C70CFF-9C60-469A-8349-47AC39BD501E}" type="sibTrans" cxnId="{E4FBE50D-181A-46E0-B4AB-DBE30B52AA8A}">
      <dgm:prSet/>
      <dgm:spPr/>
      <dgm:t>
        <a:bodyPr/>
        <a:lstStyle/>
        <a:p>
          <a:endParaRPr lang="en-US"/>
        </a:p>
      </dgm:t>
    </dgm:pt>
    <dgm:pt modelId="{1CEFDA92-C427-4E6A-91FD-9FA7F0550EB9}" type="pres">
      <dgm:prSet presAssocID="{C098D23D-04B8-4F73-8B1B-71BFAF2526C9}" presName="root" presStyleCnt="0">
        <dgm:presLayoutVars>
          <dgm:dir/>
          <dgm:resizeHandles val="exact"/>
        </dgm:presLayoutVars>
      </dgm:prSet>
      <dgm:spPr/>
    </dgm:pt>
    <dgm:pt modelId="{932B0F4C-0014-4270-A98F-666A61B28D3D}" type="pres">
      <dgm:prSet presAssocID="{72D93EBC-7B24-4111-AB65-0652165107B6}" presName="compNode" presStyleCnt="0"/>
      <dgm:spPr/>
    </dgm:pt>
    <dgm:pt modelId="{1B53DFD7-6D83-4D6E-9B5A-CB51633645EF}" type="pres">
      <dgm:prSet presAssocID="{72D93EBC-7B24-4111-AB65-0652165107B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9173DF1-F35C-4CFA-9EE9-AD0232A8CB22}" type="pres">
      <dgm:prSet presAssocID="{72D93EBC-7B24-4111-AB65-0652165107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"/>
        </a:ext>
      </dgm:extLst>
    </dgm:pt>
    <dgm:pt modelId="{999EC223-8D33-4E1B-A4DD-4D2C6E19F520}" type="pres">
      <dgm:prSet presAssocID="{72D93EBC-7B24-4111-AB65-0652165107B6}" presName="spaceRect" presStyleCnt="0"/>
      <dgm:spPr/>
    </dgm:pt>
    <dgm:pt modelId="{AD961AD4-5E4D-42EB-866E-7669D1E0E847}" type="pres">
      <dgm:prSet presAssocID="{72D93EBC-7B24-4111-AB65-0652165107B6}" presName="textRect" presStyleLbl="revTx" presStyleIdx="0" presStyleCnt="3">
        <dgm:presLayoutVars>
          <dgm:chMax val="1"/>
          <dgm:chPref val="1"/>
        </dgm:presLayoutVars>
      </dgm:prSet>
      <dgm:spPr/>
    </dgm:pt>
    <dgm:pt modelId="{184E7DA6-139D-4D54-8DDC-C655A3F91209}" type="pres">
      <dgm:prSet presAssocID="{951F848B-9251-445A-9195-9109F9DAC9CE}" presName="sibTrans" presStyleCnt="0"/>
      <dgm:spPr/>
    </dgm:pt>
    <dgm:pt modelId="{2C4581F8-5BBF-4371-B60D-78AF39BB77DE}" type="pres">
      <dgm:prSet presAssocID="{EAE57913-680D-454B-AA55-A12919778D4D}" presName="compNode" presStyleCnt="0"/>
      <dgm:spPr/>
    </dgm:pt>
    <dgm:pt modelId="{39B33431-BB50-4E53-B8D6-35556366098D}" type="pres">
      <dgm:prSet presAssocID="{EAE57913-680D-454B-AA55-A12919778D4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43C9DEA-1B7F-4319-87FA-A61436CA7F05}" type="pres">
      <dgm:prSet presAssocID="{EAE57913-680D-454B-AA55-A12919778D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A1AD5C34-C14E-47B5-B9D3-03DB419A5BC0}" type="pres">
      <dgm:prSet presAssocID="{EAE57913-680D-454B-AA55-A12919778D4D}" presName="spaceRect" presStyleCnt="0"/>
      <dgm:spPr/>
    </dgm:pt>
    <dgm:pt modelId="{E5FC9A8B-816E-4EBF-9C71-1DFA7C7D85AC}" type="pres">
      <dgm:prSet presAssocID="{EAE57913-680D-454B-AA55-A12919778D4D}" presName="textRect" presStyleLbl="revTx" presStyleIdx="1" presStyleCnt="3">
        <dgm:presLayoutVars>
          <dgm:chMax val="1"/>
          <dgm:chPref val="1"/>
        </dgm:presLayoutVars>
      </dgm:prSet>
      <dgm:spPr/>
    </dgm:pt>
    <dgm:pt modelId="{F64A31DE-FFC2-4778-AE82-8AAC23495E4E}" type="pres">
      <dgm:prSet presAssocID="{17DF94C2-20D1-4CCA-903E-BC73E9B34DED}" presName="sibTrans" presStyleCnt="0"/>
      <dgm:spPr/>
    </dgm:pt>
    <dgm:pt modelId="{BC9EF2D8-44E8-439A-B7BC-8CAFC09323ED}" type="pres">
      <dgm:prSet presAssocID="{A192679C-22C1-4519-8024-7B32AFFC5469}" presName="compNode" presStyleCnt="0"/>
      <dgm:spPr/>
    </dgm:pt>
    <dgm:pt modelId="{8AE0871E-3C49-4398-BCEB-8C0EBDE98C95}" type="pres">
      <dgm:prSet presAssocID="{A192679C-22C1-4519-8024-7B32AFFC546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B37D848-DAAF-406B-91E8-78C1137E0BF5}" type="pres">
      <dgm:prSet presAssocID="{A192679C-22C1-4519-8024-7B32AFFC54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ronomètre"/>
        </a:ext>
      </dgm:extLst>
    </dgm:pt>
    <dgm:pt modelId="{ABC26C43-5DCE-40F7-B6FF-2FB4F74FC6C3}" type="pres">
      <dgm:prSet presAssocID="{A192679C-22C1-4519-8024-7B32AFFC5469}" presName="spaceRect" presStyleCnt="0"/>
      <dgm:spPr/>
    </dgm:pt>
    <dgm:pt modelId="{B43CF7A0-2A05-4EDE-8AAB-0EE0306D873D}" type="pres">
      <dgm:prSet presAssocID="{A192679C-22C1-4519-8024-7B32AFFC546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4FBE50D-181A-46E0-B4AB-DBE30B52AA8A}" srcId="{C098D23D-04B8-4F73-8B1B-71BFAF2526C9}" destId="{A192679C-22C1-4519-8024-7B32AFFC5469}" srcOrd="2" destOrd="0" parTransId="{CE18A6D0-1CD3-4D64-A91D-4590C47D6487}" sibTransId="{89C70CFF-9C60-469A-8349-47AC39BD501E}"/>
    <dgm:cxn modelId="{2E0EA10E-CD2C-41DD-A98A-1185978E2DF5}" type="presOf" srcId="{A192679C-22C1-4519-8024-7B32AFFC5469}" destId="{B43CF7A0-2A05-4EDE-8AAB-0EE0306D873D}" srcOrd="0" destOrd="0" presId="urn:microsoft.com/office/officeart/2018/5/layout/IconLeafLabelList"/>
    <dgm:cxn modelId="{FE32F936-9152-47FF-B572-3DFFC022D169}" type="presOf" srcId="{EAE57913-680D-454B-AA55-A12919778D4D}" destId="{E5FC9A8B-816E-4EBF-9C71-1DFA7C7D85AC}" srcOrd="0" destOrd="0" presId="urn:microsoft.com/office/officeart/2018/5/layout/IconLeafLabelList"/>
    <dgm:cxn modelId="{168AA751-9217-4E02-9DCC-21585171706F}" type="presOf" srcId="{72D93EBC-7B24-4111-AB65-0652165107B6}" destId="{AD961AD4-5E4D-42EB-866E-7669D1E0E847}" srcOrd="0" destOrd="0" presId="urn:microsoft.com/office/officeart/2018/5/layout/IconLeafLabelList"/>
    <dgm:cxn modelId="{EEF4EF6C-A016-43CE-93EF-5B4BF40F0EBF}" srcId="{C098D23D-04B8-4F73-8B1B-71BFAF2526C9}" destId="{72D93EBC-7B24-4111-AB65-0652165107B6}" srcOrd="0" destOrd="0" parTransId="{F22C3F52-0107-4E03-B02B-5C9065369051}" sibTransId="{951F848B-9251-445A-9195-9109F9DAC9CE}"/>
    <dgm:cxn modelId="{E8CEB8BA-4A11-44C1-931B-EA82CA20F2C0}" srcId="{C098D23D-04B8-4F73-8B1B-71BFAF2526C9}" destId="{EAE57913-680D-454B-AA55-A12919778D4D}" srcOrd="1" destOrd="0" parTransId="{C665953F-CF51-4188-898E-7AF65213E475}" sibTransId="{17DF94C2-20D1-4CCA-903E-BC73E9B34DED}"/>
    <dgm:cxn modelId="{88F731E7-28FB-4CD0-ACEE-6FA6EE341D76}" type="presOf" srcId="{C098D23D-04B8-4F73-8B1B-71BFAF2526C9}" destId="{1CEFDA92-C427-4E6A-91FD-9FA7F0550EB9}" srcOrd="0" destOrd="0" presId="urn:microsoft.com/office/officeart/2018/5/layout/IconLeafLabelList"/>
    <dgm:cxn modelId="{BC62335D-B291-42BF-B1B2-FE7F40E36A16}" type="presParOf" srcId="{1CEFDA92-C427-4E6A-91FD-9FA7F0550EB9}" destId="{932B0F4C-0014-4270-A98F-666A61B28D3D}" srcOrd="0" destOrd="0" presId="urn:microsoft.com/office/officeart/2018/5/layout/IconLeafLabelList"/>
    <dgm:cxn modelId="{7240F6AB-E9C6-4FEC-94FD-AD991E977915}" type="presParOf" srcId="{932B0F4C-0014-4270-A98F-666A61B28D3D}" destId="{1B53DFD7-6D83-4D6E-9B5A-CB51633645EF}" srcOrd="0" destOrd="0" presId="urn:microsoft.com/office/officeart/2018/5/layout/IconLeafLabelList"/>
    <dgm:cxn modelId="{084C7C9C-9FE4-4FBC-9543-E05C7CC0B7DC}" type="presParOf" srcId="{932B0F4C-0014-4270-A98F-666A61B28D3D}" destId="{79173DF1-F35C-4CFA-9EE9-AD0232A8CB22}" srcOrd="1" destOrd="0" presId="urn:microsoft.com/office/officeart/2018/5/layout/IconLeafLabelList"/>
    <dgm:cxn modelId="{8DD830BF-3209-4C2D-A680-18B77F8CA544}" type="presParOf" srcId="{932B0F4C-0014-4270-A98F-666A61B28D3D}" destId="{999EC223-8D33-4E1B-A4DD-4D2C6E19F520}" srcOrd="2" destOrd="0" presId="urn:microsoft.com/office/officeart/2018/5/layout/IconLeafLabelList"/>
    <dgm:cxn modelId="{A17A1282-AB07-4BC0-A8CE-FF6FA734A9DA}" type="presParOf" srcId="{932B0F4C-0014-4270-A98F-666A61B28D3D}" destId="{AD961AD4-5E4D-42EB-866E-7669D1E0E847}" srcOrd="3" destOrd="0" presId="urn:microsoft.com/office/officeart/2018/5/layout/IconLeafLabelList"/>
    <dgm:cxn modelId="{387D3C8F-9922-49E1-A71F-68BA2A6A8F2E}" type="presParOf" srcId="{1CEFDA92-C427-4E6A-91FD-9FA7F0550EB9}" destId="{184E7DA6-139D-4D54-8DDC-C655A3F91209}" srcOrd="1" destOrd="0" presId="urn:microsoft.com/office/officeart/2018/5/layout/IconLeafLabelList"/>
    <dgm:cxn modelId="{BC6ECE89-4CE9-476B-B42F-684355645093}" type="presParOf" srcId="{1CEFDA92-C427-4E6A-91FD-9FA7F0550EB9}" destId="{2C4581F8-5BBF-4371-B60D-78AF39BB77DE}" srcOrd="2" destOrd="0" presId="urn:microsoft.com/office/officeart/2018/5/layout/IconLeafLabelList"/>
    <dgm:cxn modelId="{E3DE4B84-D7FA-4DE8-9F63-3E585A02C525}" type="presParOf" srcId="{2C4581F8-5BBF-4371-B60D-78AF39BB77DE}" destId="{39B33431-BB50-4E53-B8D6-35556366098D}" srcOrd="0" destOrd="0" presId="urn:microsoft.com/office/officeart/2018/5/layout/IconLeafLabelList"/>
    <dgm:cxn modelId="{5A07239A-7C9D-4E61-BE7F-35198C1AF0A1}" type="presParOf" srcId="{2C4581F8-5BBF-4371-B60D-78AF39BB77DE}" destId="{A43C9DEA-1B7F-4319-87FA-A61436CA7F05}" srcOrd="1" destOrd="0" presId="urn:microsoft.com/office/officeart/2018/5/layout/IconLeafLabelList"/>
    <dgm:cxn modelId="{D3C5DA8F-082C-4488-B7F0-80CECA7B2023}" type="presParOf" srcId="{2C4581F8-5BBF-4371-B60D-78AF39BB77DE}" destId="{A1AD5C34-C14E-47B5-B9D3-03DB419A5BC0}" srcOrd="2" destOrd="0" presId="urn:microsoft.com/office/officeart/2018/5/layout/IconLeafLabelList"/>
    <dgm:cxn modelId="{929343AD-4A95-46BA-9B8D-0B0369DCD1E9}" type="presParOf" srcId="{2C4581F8-5BBF-4371-B60D-78AF39BB77DE}" destId="{E5FC9A8B-816E-4EBF-9C71-1DFA7C7D85AC}" srcOrd="3" destOrd="0" presId="urn:microsoft.com/office/officeart/2018/5/layout/IconLeafLabelList"/>
    <dgm:cxn modelId="{34FE92EC-41CF-414A-A45C-1BDD66476E11}" type="presParOf" srcId="{1CEFDA92-C427-4E6A-91FD-9FA7F0550EB9}" destId="{F64A31DE-FFC2-4778-AE82-8AAC23495E4E}" srcOrd="3" destOrd="0" presId="urn:microsoft.com/office/officeart/2018/5/layout/IconLeafLabelList"/>
    <dgm:cxn modelId="{0393D55B-75CE-4FCF-82E5-C18F43BB3916}" type="presParOf" srcId="{1CEFDA92-C427-4E6A-91FD-9FA7F0550EB9}" destId="{BC9EF2D8-44E8-439A-B7BC-8CAFC09323ED}" srcOrd="4" destOrd="0" presId="urn:microsoft.com/office/officeart/2018/5/layout/IconLeafLabelList"/>
    <dgm:cxn modelId="{15E7917A-03FB-473B-8E11-9E1FAB6DC8E3}" type="presParOf" srcId="{BC9EF2D8-44E8-439A-B7BC-8CAFC09323ED}" destId="{8AE0871E-3C49-4398-BCEB-8C0EBDE98C95}" srcOrd="0" destOrd="0" presId="urn:microsoft.com/office/officeart/2018/5/layout/IconLeafLabelList"/>
    <dgm:cxn modelId="{D28254A7-15F6-4BA1-BDD6-610B6FBCFFA9}" type="presParOf" srcId="{BC9EF2D8-44E8-439A-B7BC-8CAFC09323ED}" destId="{6B37D848-DAAF-406B-91E8-78C1137E0BF5}" srcOrd="1" destOrd="0" presId="urn:microsoft.com/office/officeart/2018/5/layout/IconLeafLabelList"/>
    <dgm:cxn modelId="{704A9014-72D8-4DA3-B12C-A2E2D04015A0}" type="presParOf" srcId="{BC9EF2D8-44E8-439A-B7BC-8CAFC09323ED}" destId="{ABC26C43-5DCE-40F7-B6FF-2FB4F74FC6C3}" srcOrd="2" destOrd="0" presId="urn:microsoft.com/office/officeart/2018/5/layout/IconLeafLabelList"/>
    <dgm:cxn modelId="{A17E165A-DEFD-4C15-ABE9-A2D11FDC6AA9}" type="presParOf" srcId="{BC9EF2D8-44E8-439A-B7BC-8CAFC09323ED}" destId="{B43CF7A0-2A05-4EDE-8AAB-0EE0306D873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41B4EA-1625-4DD9-83B3-963F374A105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D095AED-1FBA-450A-A895-4417C214DAB4}">
      <dgm:prSet/>
      <dgm:spPr/>
      <dgm:t>
        <a:bodyPr/>
        <a:lstStyle/>
        <a:p>
          <a:r>
            <a:rPr lang="en-US"/>
            <a:t>Une API web doit être supervisée pour répondre rapidement aux incidents.</a:t>
          </a:r>
        </a:p>
      </dgm:t>
    </dgm:pt>
    <dgm:pt modelId="{81050DB5-6E0E-4D99-B05C-C7263C62D0EF}" type="parTrans" cxnId="{8C9626F0-D903-45BE-931D-E7975DDD3691}">
      <dgm:prSet/>
      <dgm:spPr/>
      <dgm:t>
        <a:bodyPr/>
        <a:lstStyle/>
        <a:p>
          <a:endParaRPr lang="en-US"/>
        </a:p>
      </dgm:t>
    </dgm:pt>
    <dgm:pt modelId="{86C4800E-42F9-448B-9D22-D2DC2C1F9408}" type="sibTrans" cxnId="{8C9626F0-D903-45BE-931D-E7975DDD3691}">
      <dgm:prSet/>
      <dgm:spPr/>
      <dgm:t>
        <a:bodyPr/>
        <a:lstStyle/>
        <a:p>
          <a:endParaRPr lang="en-US"/>
        </a:p>
      </dgm:t>
    </dgm:pt>
    <dgm:pt modelId="{7F45449A-2D2D-48C5-B243-2B2CA34A5F51}">
      <dgm:prSet/>
      <dgm:spPr/>
      <dgm:t>
        <a:bodyPr/>
        <a:lstStyle/>
        <a:p>
          <a:r>
            <a:rPr lang="en-US"/>
            <a:t>Questions opérationnelles clés :</a:t>
          </a:r>
        </a:p>
      </dgm:t>
    </dgm:pt>
    <dgm:pt modelId="{639D7434-54E4-4E5F-9685-2527AA00EDC5}" type="parTrans" cxnId="{9E9223CA-5593-459B-BC5C-D77B59E8D88E}">
      <dgm:prSet/>
      <dgm:spPr/>
      <dgm:t>
        <a:bodyPr/>
        <a:lstStyle/>
        <a:p>
          <a:endParaRPr lang="en-US"/>
        </a:p>
      </dgm:t>
    </dgm:pt>
    <dgm:pt modelId="{1AE3969F-0037-462E-A1C0-A612E4952EC1}" type="sibTrans" cxnId="{9E9223CA-5593-459B-BC5C-D77B59E8D88E}">
      <dgm:prSet/>
      <dgm:spPr/>
      <dgm:t>
        <a:bodyPr/>
        <a:lstStyle/>
        <a:p>
          <a:endParaRPr lang="en-US"/>
        </a:p>
      </dgm:t>
    </dgm:pt>
    <dgm:pt modelId="{04388B5E-EFD7-46F2-B82F-24E530504739}">
      <dgm:prSet/>
      <dgm:spPr/>
      <dgm:t>
        <a:bodyPr/>
        <a:lstStyle/>
        <a:p>
          <a:r>
            <a:rPr lang="en-US"/>
            <a:t>- Le service est-il UP ?</a:t>
          </a:r>
        </a:p>
      </dgm:t>
    </dgm:pt>
    <dgm:pt modelId="{A7FBF57B-C8BA-4927-97C2-541010EB8F25}" type="parTrans" cxnId="{1D26BD38-A6F2-4730-8330-90B949CEF5E6}">
      <dgm:prSet/>
      <dgm:spPr/>
      <dgm:t>
        <a:bodyPr/>
        <a:lstStyle/>
        <a:p>
          <a:endParaRPr lang="en-US"/>
        </a:p>
      </dgm:t>
    </dgm:pt>
    <dgm:pt modelId="{D0FEA50B-02E4-415B-98FA-96BAA59F3406}" type="sibTrans" cxnId="{1D26BD38-A6F2-4730-8330-90B949CEF5E6}">
      <dgm:prSet/>
      <dgm:spPr/>
      <dgm:t>
        <a:bodyPr/>
        <a:lstStyle/>
        <a:p>
          <a:endParaRPr lang="en-US"/>
        </a:p>
      </dgm:t>
    </dgm:pt>
    <dgm:pt modelId="{4FE3D05E-B3E1-4C2D-98CC-2D9054980915}">
      <dgm:prSet/>
      <dgm:spPr/>
      <dgm:t>
        <a:bodyPr/>
        <a:lstStyle/>
        <a:p>
          <a:r>
            <a:rPr lang="en-US"/>
            <a:t>- Quel est le taux d’erreur ?</a:t>
          </a:r>
        </a:p>
      </dgm:t>
    </dgm:pt>
    <dgm:pt modelId="{CE2BC0A9-CD0D-4023-952E-83A392F1928E}" type="parTrans" cxnId="{A1B47046-D523-40B2-8152-360D9D926D97}">
      <dgm:prSet/>
      <dgm:spPr/>
      <dgm:t>
        <a:bodyPr/>
        <a:lstStyle/>
        <a:p>
          <a:endParaRPr lang="en-US"/>
        </a:p>
      </dgm:t>
    </dgm:pt>
    <dgm:pt modelId="{24925615-199A-444A-A5C7-CEE621F60A09}" type="sibTrans" cxnId="{A1B47046-D523-40B2-8152-360D9D926D97}">
      <dgm:prSet/>
      <dgm:spPr/>
      <dgm:t>
        <a:bodyPr/>
        <a:lstStyle/>
        <a:p>
          <a:endParaRPr lang="en-US"/>
        </a:p>
      </dgm:t>
    </dgm:pt>
    <dgm:pt modelId="{90E2E169-2462-4A7E-A418-50C94DD98C65}">
      <dgm:prSet/>
      <dgm:spPr/>
      <dgm:t>
        <a:bodyPr/>
        <a:lstStyle/>
        <a:p>
          <a:r>
            <a:rPr lang="en-US"/>
            <a:t>- Quelle est la latence (p95) ?</a:t>
          </a:r>
        </a:p>
      </dgm:t>
    </dgm:pt>
    <dgm:pt modelId="{DBB44E15-3DD0-4DE1-BF4A-FA66E39E0631}" type="parTrans" cxnId="{B0BFCAFF-BB1D-4AF2-8572-738E3E3D8DCA}">
      <dgm:prSet/>
      <dgm:spPr/>
      <dgm:t>
        <a:bodyPr/>
        <a:lstStyle/>
        <a:p>
          <a:endParaRPr lang="en-US"/>
        </a:p>
      </dgm:t>
    </dgm:pt>
    <dgm:pt modelId="{23874650-155C-45AA-8001-0699D181453B}" type="sibTrans" cxnId="{B0BFCAFF-BB1D-4AF2-8572-738E3E3D8DCA}">
      <dgm:prSet/>
      <dgm:spPr/>
      <dgm:t>
        <a:bodyPr/>
        <a:lstStyle/>
        <a:p>
          <a:endParaRPr lang="en-US"/>
        </a:p>
      </dgm:t>
    </dgm:pt>
    <dgm:pt modelId="{DBA3A1D6-702C-48B8-9AF3-E520094C831A}">
      <dgm:prSet/>
      <dgm:spPr/>
      <dgm:t>
        <a:bodyPr/>
        <a:lstStyle/>
        <a:p>
          <a:r>
            <a:rPr lang="en-US"/>
            <a:t>- Y a-t-il de la saturation CPU/RAM ?</a:t>
          </a:r>
        </a:p>
      </dgm:t>
    </dgm:pt>
    <dgm:pt modelId="{56C28157-81C0-4BC8-908B-4A54633D2D62}" type="parTrans" cxnId="{97A9A872-A3C6-42AE-A17C-13DFBE4DD3D9}">
      <dgm:prSet/>
      <dgm:spPr/>
      <dgm:t>
        <a:bodyPr/>
        <a:lstStyle/>
        <a:p>
          <a:endParaRPr lang="en-US"/>
        </a:p>
      </dgm:t>
    </dgm:pt>
    <dgm:pt modelId="{E7BA1645-917A-4EF6-A73A-83C1B9FAC287}" type="sibTrans" cxnId="{97A9A872-A3C6-42AE-A17C-13DFBE4DD3D9}">
      <dgm:prSet/>
      <dgm:spPr/>
      <dgm:t>
        <a:bodyPr/>
        <a:lstStyle/>
        <a:p>
          <a:endParaRPr lang="en-US"/>
        </a:p>
      </dgm:t>
    </dgm:pt>
    <dgm:pt modelId="{3A5EFEC5-C133-4A9C-B255-16A84CF67415}">
      <dgm:prSet/>
      <dgm:spPr/>
      <dgm:t>
        <a:bodyPr/>
        <a:lstStyle/>
        <a:p>
          <a:r>
            <a:rPr lang="en-US"/>
            <a:t>- Quelle est la cause d’un incident ?</a:t>
          </a:r>
        </a:p>
      </dgm:t>
    </dgm:pt>
    <dgm:pt modelId="{951B7998-6531-4298-A71C-6482A8CFC6BA}" type="parTrans" cxnId="{6B605B8B-9334-4342-892A-1BF3EF1E31DB}">
      <dgm:prSet/>
      <dgm:spPr/>
      <dgm:t>
        <a:bodyPr/>
        <a:lstStyle/>
        <a:p>
          <a:endParaRPr lang="en-US"/>
        </a:p>
      </dgm:t>
    </dgm:pt>
    <dgm:pt modelId="{A59E6184-BE2E-45A3-ACEA-7430B092E89B}" type="sibTrans" cxnId="{6B605B8B-9334-4342-892A-1BF3EF1E31DB}">
      <dgm:prSet/>
      <dgm:spPr/>
      <dgm:t>
        <a:bodyPr/>
        <a:lstStyle/>
        <a:p>
          <a:endParaRPr lang="en-US"/>
        </a:p>
      </dgm:t>
    </dgm:pt>
    <dgm:pt modelId="{3398D8A7-94F1-8A4D-B0C9-EF739A2C6D0D}" type="pres">
      <dgm:prSet presAssocID="{2E41B4EA-1625-4DD9-83B3-963F374A1050}" presName="vert0" presStyleCnt="0">
        <dgm:presLayoutVars>
          <dgm:dir/>
          <dgm:animOne val="branch"/>
          <dgm:animLvl val="lvl"/>
        </dgm:presLayoutVars>
      </dgm:prSet>
      <dgm:spPr/>
    </dgm:pt>
    <dgm:pt modelId="{5462A220-899A-6443-A9DE-CF2A7A486D2D}" type="pres">
      <dgm:prSet presAssocID="{BD095AED-1FBA-450A-A895-4417C214DAB4}" presName="thickLine" presStyleLbl="alignNode1" presStyleIdx="0" presStyleCnt="7"/>
      <dgm:spPr/>
    </dgm:pt>
    <dgm:pt modelId="{0BE35697-D7CC-7C40-A992-5307041BB4D5}" type="pres">
      <dgm:prSet presAssocID="{BD095AED-1FBA-450A-A895-4417C214DAB4}" presName="horz1" presStyleCnt="0"/>
      <dgm:spPr/>
    </dgm:pt>
    <dgm:pt modelId="{651F33F1-49C1-FC4D-9F97-43946CA2BA49}" type="pres">
      <dgm:prSet presAssocID="{BD095AED-1FBA-450A-A895-4417C214DAB4}" presName="tx1" presStyleLbl="revTx" presStyleIdx="0" presStyleCnt="7"/>
      <dgm:spPr/>
    </dgm:pt>
    <dgm:pt modelId="{1B3947FD-DD1E-6843-A5C8-FA696A9649D3}" type="pres">
      <dgm:prSet presAssocID="{BD095AED-1FBA-450A-A895-4417C214DAB4}" presName="vert1" presStyleCnt="0"/>
      <dgm:spPr/>
    </dgm:pt>
    <dgm:pt modelId="{9BB9F3FF-A5CE-D643-A706-6690028731AB}" type="pres">
      <dgm:prSet presAssocID="{7F45449A-2D2D-48C5-B243-2B2CA34A5F51}" presName="thickLine" presStyleLbl="alignNode1" presStyleIdx="1" presStyleCnt="7"/>
      <dgm:spPr/>
    </dgm:pt>
    <dgm:pt modelId="{B9090DF4-7FC8-8440-8A74-59ED02E5760C}" type="pres">
      <dgm:prSet presAssocID="{7F45449A-2D2D-48C5-B243-2B2CA34A5F51}" presName="horz1" presStyleCnt="0"/>
      <dgm:spPr/>
    </dgm:pt>
    <dgm:pt modelId="{8509C07C-A242-7144-909D-F1EE2E50DEA9}" type="pres">
      <dgm:prSet presAssocID="{7F45449A-2D2D-48C5-B243-2B2CA34A5F51}" presName="tx1" presStyleLbl="revTx" presStyleIdx="1" presStyleCnt="7"/>
      <dgm:spPr/>
    </dgm:pt>
    <dgm:pt modelId="{1B694E6A-E900-094B-9600-EA805E236D9C}" type="pres">
      <dgm:prSet presAssocID="{7F45449A-2D2D-48C5-B243-2B2CA34A5F51}" presName="vert1" presStyleCnt="0"/>
      <dgm:spPr/>
    </dgm:pt>
    <dgm:pt modelId="{08223C03-F2A7-4D4B-814F-A966B0811544}" type="pres">
      <dgm:prSet presAssocID="{04388B5E-EFD7-46F2-B82F-24E530504739}" presName="thickLine" presStyleLbl="alignNode1" presStyleIdx="2" presStyleCnt="7"/>
      <dgm:spPr/>
    </dgm:pt>
    <dgm:pt modelId="{E1010522-87D9-FE46-9330-0D15FD7190EF}" type="pres">
      <dgm:prSet presAssocID="{04388B5E-EFD7-46F2-B82F-24E530504739}" presName="horz1" presStyleCnt="0"/>
      <dgm:spPr/>
    </dgm:pt>
    <dgm:pt modelId="{7B95BB48-83B0-3E4D-A9FF-2ADF3B36AD25}" type="pres">
      <dgm:prSet presAssocID="{04388B5E-EFD7-46F2-B82F-24E530504739}" presName="tx1" presStyleLbl="revTx" presStyleIdx="2" presStyleCnt="7"/>
      <dgm:spPr/>
    </dgm:pt>
    <dgm:pt modelId="{780CE486-6B24-3F48-B48E-E5926FF1DDA1}" type="pres">
      <dgm:prSet presAssocID="{04388B5E-EFD7-46F2-B82F-24E530504739}" presName="vert1" presStyleCnt="0"/>
      <dgm:spPr/>
    </dgm:pt>
    <dgm:pt modelId="{BB57F03A-3F97-744C-857C-89BCBA5ECBD7}" type="pres">
      <dgm:prSet presAssocID="{4FE3D05E-B3E1-4C2D-98CC-2D9054980915}" presName="thickLine" presStyleLbl="alignNode1" presStyleIdx="3" presStyleCnt="7"/>
      <dgm:spPr/>
    </dgm:pt>
    <dgm:pt modelId="{7FDE3C7B-9FB9-604D-9D5F-88C4978EFF2B}" type="pres">
      <dgm:prSet presAssocID="{4FE3D05E-B3E1-4C2D-98CC-2D9054980915}" presName="horz1" presStyleCnt="0"/>
      <dgm:spPr/>
    </dgm:pt>
    <dgm:pt modelId="{C49BB265-880E-6348-84F5-32FE374B0579}" type="pres">
      <dgm:prSet presAssocID="{4FE3D05E-B3E1-4C2D-98CC-2D9054980915}" presName="tx1" presStyleLbl="revTx" presStyleIdx="3" presStyleCnt="7"/>
      <dgm:spPr/>
    </dgm:pt>
    <dgm:pt modelId="{B2745E8D-A4E1-2C40-BF0F-D0DC71D68448}" type="pres">
      <dgm:prSet presAssocID="{4FE3D05E-B3E1-4C2D-98CC-2D9054980915}" presName="vert1" presStyleCnt="0"/>
      <dgm:spPr/>
    </dgm:pt>
    <dgm:pt modelId="{D108D729-8DAD-5640-99CB-278BE66ACCE7}" type="pres">
      <dgm:prSet presAssocID="{90E2E169-2462-4A7E-A418-50C94DD98C65}" presName="thickLine" presStyleLbl="alignNode1" presStyleIdx="4" presStyleCnt="7"/>
      <dgm:spPr/>
    </dgm:pt>
    <dgm:pt modelId="{01BCE4C0-E2DA-5446-AB33-3EE2B5F3C6E8}" type="pres">
      <dgm:prSet presAssocID="{90E2E169-2462-4A7E-A418-50C94DD98C65}" presName="horz1" presStyleCnt="0"/>
      <dgm:spPr/>
    </dgm:pt>
    <dgm:pt modelId="{98EB97BD-417F-4E44-8CB9-F137B7900CB5}" type="pres">
      <dgm:prSet presAssocID="{90E2E169-2462-4A7E-A418-50C94DD98C65}" presName="tx1" presStyleLbl="revTx" presStyleIdx="4" presStyleCnt="7"/>
      <dgm:spPr/>
    </dgm:pt>
    <dgm:pt modelId="{3B3E1C8C-3945-BC47-99B4-130638F6950B}" type="pres">
      <dgm:prSet presAssocID="{90E2E169-2462-4A7E-A418-50C94DD98C65}" presName="vert1" presStyleCnt="0"/>
      <dgm:spPr/>
    </dgm:pt>
    <dgm:pt modelId="{ADBCB374-E99C-0B42-900F-53D7A5F71DA9}" type="pres">
      <dgm:prSet presAssocID="{DBA3A1D6-702C-48B8-9AF3-E520094C831A}" presName="thickLine" presStyleLbl="alignNode1" presStyleIdx="5" presStyleCnt="7"/>
      <dgm:spPr/>
    </dgm:pt>
    <dgm:pt modelId="{0DC633E3-91AA-F441-B1FA-17E88587ED2C}" type="pres">
      <dgm:prSet presAssocID="{DBA3A1D6-702C-48B8-9AF3-E520094C831A}" presName="horz1" presStyleCnt="0"/>
      <dgm:spPr/>
    </dgm:pt>
    <dgm:pt modelId="{12B8DAEA-E8A4-7D45-AEDB-000FD35F0B7B}" type="pres">
      <dgm:prSet presAssocID="{DBA3A1D6-702C-48B8-9AF3-E520094C831A}" presName="tx1" presStyleLbl="revTx" presStyleIdx="5" presStyleCnt="7"/>
      <dgm:spPr/>
    </dgm:pt>
    <dgm:pt modelId="{CE7ADCC5-20FD-FB4A-9722-75D425879D0E}" type="pres">
      <dgm:prSet presAssocID="{DBA3A1D6-702C-48B8-9AF3-E520094C831A}" presName="vert1" presStyleCnt="0"/>
      <dgm:spPr/>
    </dgm:pt>
    <dgm:pt modelId="{0C5C3788-DFEF-C846-ABFC-710FF83814C4}" type="pres">
      <dgm:prSet presAssocID="{3A5EFEC5-C133-4A9C-B255-16A84CF67415}" presName="thickLine" presStyleLbl="alignNode1" presStyleIdx="6" presStyleCnt="7"/>
      <dgm:spPr/>
    </dgm:pt>
    <dgm:pt modelId="{6A04DA39-2838-374C-97DD-BD36576BC033}" type="pres">
      <dgm:prSet presAssocID="{3A5EFEC5-C133-4A9C-B255-16A84CF67415}" presName="horz1" presStyleCnt="0"/>
      <dgm:spPr/>
    </dgm:pt>
    <dgm:pt modelId="{707BCF10-2880-3047-A3F7-54B57E301B49}" type="pres">
      <dgm:prSet presAssocID="{3A5EFEC5-C133-4A9C-B255-16A84CF67415}" presName="tx1" presStyleLbl="revTx" presStyleIdx="6" presStyleCnt="7"/>
      <dgm:spPr/>
    </dgm:pt>
    <dgm:pt modelId="{02BCC30D-08DA-6E48-A91D-8F76B2C66912}" type="pres">
      <dgm:prSet presAssocID="{3A5EFEC5-C133-4A9C-B255-16A84CF67415}" presName="vert1" presStyleCnt="0"/>
      <dgm:spPr/>
    </dgm:pt>
  </dgm:ptLst>
  <dgm:cxnLst>
    <dgm:cxn modelId="{8E45CD04-DE58-FA4F-A343-595E51BC02C9}" type="presOf" srcId="{04388B5E-EFD7-46F2-B82F-24E530504739}" destId="{7B95BB48-83B0-3E4D-A9FF-2ADF3B36AD25}" srcOrd="0" destOrd="0" presId="urn:microsoft.com/office/officeart/2008/layout/LinedList"/>
    <dgm:cxn modelId="{93451F10-A567-2147-840E-D85E1FB9985E}" type="presOf" srcId="{4FE3D05E-B3E1-4C2D-98CC-2D9054980915}" destId="{C49BB265-880E-6348-84F5-32FE374B0579}" srcOrd="0" destOrd="0" presId="urn:microsoft.com/office/officeart/2008/layout/LinedList"/>
    <dgm:cxn modelId="{139AA828-BF60-BA4E-B489-112F0F1C1614}" type="presOf" srcId="{BD095AED-1FBA-450A-A895-4417C214DAB4}" destId="{651F33F1-49C1-FC4D-9F97-43946CA2BA49}" srcOrd="0" destOrd="0" presId="urn:microsoft.com/office/officeart/2008/layout/LinedList"/>
    <dgm:cxn modelId="{FC0A642E-7B64-0A48-AEEE-C2D50A207BDC}" type="presOf" srcId="{7F45449A-2D2D-48C5-B243-2B2CA34A5F51}" destId="{8509C07C-A242-7144-909D-F1EE2E50DEA9}" srcOrd="0" destOrd="0" presId="urn:microsoft.com/office/officeart/2008/layout/LinedList"/>
    <dgm:cxn modelId="{1D26BD38-A6F2-4730-8330-90B949CEF5E6}" srcId="{2E41B4EA-1625-4DD9-83B3-963F374A1050}" destId="{04388B5E-EFD7-46F2-B82F-24E530504739}" srcOrd="2" destOrd="0" parTransId="{A7FBF57B-C8BA-4927-97C2-541010EB8F25}" sibTransId="{D0FEA50B-02E4-415B-98FA-96BAA59F3406}"/>
    <dgm:cxn modelId="{A1B47046-D523-40B2-8152-360D9D926D97}" srcId="{2E41B4EA-1625-4DD9-83B3-963F374A1050}" destId="{4FE3D05E-B3E1-4C2D-98CC-2D9054980915}" srcOrd="3" destOrd="0" parTransId="{CE2BC0A9-CD0D-4023-952E-83A392F1928E}" sibTransId="{24925615-199A-444A-A5C7-CEE621F60A09}"/>
    <dgm:cxn modelId="{28B98D4D-0262-8D4F-B269-318244547C88}" type="presOf" srcId="{90E2E169-2462-4A7E-A418-50C94DD98C65}" destId="{98EB97BD-417F-4E44-8CB9-F137B7900CB5}" srcOrd="0" destOrd="0" presId="urn:microsoft.com/office/officeart/2008/layout/LinedList"/>
    <dgm:cxn modelId="{97A9A872-A3C6-42AE-A17C-13DFBE4DD3D9}" srcId="{2E41B4EA-1625-4DD9-83B3-963F374A1050}" destId="{DBA3A1D6-702C-48B8-9AF3-E520094C831A}" srcOrd="5" destOrd="0" parTransId="{56C28157-81C0-4BC8-908B-4A54633D2D62}" sibTransId="{E7BA1645-917A-4EF6-A73A-83C1B9FAC287}"/>
    <dgm:cxn modelId="{D4948677-4CD7-DD41-BFEA-2970CD372226}" type="presOf" srcId="{3A5EFEC5-C133-4A9C-B255-16A84CF67415}" destId="{707BCF10-2880-3047-A3F7-54B57E301B49}" srcOrd="0" destOrd="0" presId="urn:microsoft.com/office/officeart/2008/layout/LinedList"/>
    <dgm:cxn modelId="{6B605B8B-9334-4342-892A-1BF3EF1E31DB}" srcId="{2E41B4EA-1625-4DD9-83B3-963F374A1050}" destId="{3A5EFEC5-C133-4A9C-B255-16A84CF67415}" srcOrd="6" destOrd="0" parTransId="{951B7998-6531-4298-A71C-6482A8CFC6BA}" sibTransId="{A59E6184-BE2E-45A3-ACEA-7430B092E89B}"/>
    <dgm:cxn modelId="{377DEE91-8057-AB4D-BB6A-406B38E99F62}" type="presOf" srcId="{DBA3A1D6-702C-48B8-9AF3-E520094C831A}" destId="{12B8DAEA-E8A4-7D45-AEDB-000FD35F0B7B}" srcOrd="0" destOrd="0" presId="urn:microsoft.com/office/officeart/2008/layout/LinedList"/>
    <dgm:cxn modelId="{9E9223CA-5593-459B-BC5C-D77B59E8D88E}" srcId="{2E41B4EA-1625-4DD9-83B3-963F374A1050}" destId="{7F45449A-2D2D-48C5-B243-2B2CA34A5F51}" srcOrd="1" destOrd="0" parTransId="{639D7434-54E4-4E5F-9685-2527AA00EDC5}" sibTransId="{1AE3969F-0037-462E-A1C0-A612E4952EC1}"/>
    <dgm:cxn modelId="{EF5834D9-B9AC-9043-86C6-91C49DC87FEC}" type="presOf" srcId="{2E41B4EA-1625-4DD9-83B3-963F374A1050}" destId="{3398D8A7-94F1-8A4D-B0C9-EF739A2C6D0D}" srcOrd="0" destOrd="0" presId="urn:microsoft.com/office/officeart/2008/layout/LinedList"/>
    <dgm:cxn modelId="{8C9626F0-D903-45BE-931D-E7975DDD3691}" srcId="{2E41B4EA-1625-4DD9-83B3-963F374A1050}" destId="{BD095AED-1FBA-450A-A895-4417C214DAB4}" srcOrd="0" destOrd="0" parTransId="{81050DB5-6E0E-4D99-B05C-C7263C62D0EF}" sibTransId="{86C4800E-42F9-448B-9D22-D2DC2C1F9408}"/>
    <dgm:cxn modelId="{B0BFCAFF-BB1D-4AF2-8572-738E3E3D8DCA}" srcId="{2E41B4EA-1625-4DD9-83B3-963F374A1050}" destId="{90E2E169-2462-4A7E-A418-50C94DD98C65}" srcOrd="4" destOrd="0" parTransId="{DBB44E15-3DD0-4DE1-BF4A-FA66E39E0631}" sibTransId="{23874650-155C-45AA-8001-0699D181453B}"/>
    <dgm:cxn modelId="{4CD9F8A2-5423-F145-80AD-F67BCA9815F1}" type="presParOf" srcId="{3398D8A7-94F1-8A4D-B0C9-EF739A2C6D0D}" destId="{5462A220-899A-6443-A9DE-CF2A7A486D2D}" srcOrd="0" destOrd="0" presId="urn:microsoft.com/office/officeart/2008/layout/LinedList"/>
    <dgm:cxn modelId="{A71018EE-FB2C-0440-A303-4B3248F37F34}" type="presParOf" srcId="{3398D8A7-94F1-8A4D-B0C9-EF739A2C6D0D}" destId="{0BE35697-D7CC-7C40-A992-5307041BB4D5}" srcOrd="1" destOrd="0" presId="urn:microsoft.com/office/officeart/2008/layout/LinedList"/>
    <dgm:cxn modelId="{0440830F-9C5B-0A42-A19C-9AB04BD8587A}" type="presParOf" srcId="{0BE35697-D7CC-7C40-A992-5307041BB4D5}" destId="{651F33F1-49C1-FC4D-9F97-43946CA2BA49}" srcOrd="0" destOrd="0" presId="urn:microsoft.com/office/officeart/2008/layout/LinedList"/>
    <dgm:cxn modelId="{11891A64-B9C6-C840-BCDC-30F1684BAD9D}" type="presParOf" srcId="{0BE35697-D7CC-7C40-A992-5307041BB4D5}" destId="{1B3947FD-DD1E-6843-A5C8-FA696A9649D3}" srcOrd="1" destOrd="0" presId="urn:microsoft.com/office/officeart/2008/layout/LinedList"/>
    <dgm:cxn modelId="{B7B7E8F3-63B6-2A4F-9C43-65B04E32C70C}" type="presParOf" srcId="{3398D8A7-94F1-8A4D-B0C9-EF739A2C6D0D}" destId="{9BB9F3FF-A5CE-D643-A706-6690028731AB}" srcOrd="2" destOrd="0" presId="urn:microsoft.com/office/officeart/2008/layout/LinedList"/>
    <dgm:cxn modelId="{10ABAFDA-C37F-8344-85AA-3B34D1D4A6E1}" type="presParOf" srcId="{3398D8A7-94F1-8A4D-B0C9-EF739A2C6D0D}" destId="{B9090DF4-7FC8-8440-8A74-59ED02E5760C}" srcOrd="3" destOrd="0" presId="urn:microsoft.com/office/officeart/2008/layout/LinedList"/>
    <dgm:cxn modelId="{1C823DB3-4BE3-3642-BCBE-C7843CEADAE5}" type="presParOf" srcId="{B9090DF4-7FC8-8440-8A74-59ED02E5760C}" destId="{8509C07C-A242-7144-909D-F1EE2E50DEA9}" srcOrd="0" destOrd="0" presId="urn:microsoft.com/office/officeart/2008/layout/LinedList"/>
    <dgm:cxn modelId="{DC498302-1803-5F44-9CCE-A928229A874C}" type="presParOf" srcId="{B9090DF4-7FC8-8440-8A74-59ED02E5760C}" destId="{1B694E6A-E900-094B-9600-EA805E236D9C}" srcOrd="1" destOrd="0" presId="urn:microsoft.com/office/officeart/2008/layout/LinedList"/>
    <dgm:cxn modelId="{5B430F13-B109-DC40-96B5-D852788F06F1}" type="presParOf" srcId="{3398D8A7-94F1-8A4D-B0C9-EF739A2C6D0D}" destId="{08223C03-F2A7-4D4B-814F-A966B0811544}" srcOrd="4" destOrd="0" presId="urn:microsoft.com/office/officeart/2008/layout/LinedList"/>
    <dgm:cxn modelId="{1F5721D6-880C-4E48-9766-E296E8725CEB}" type="presParOf" srcId="{3398D8A7-94F1-8A4D-B0C9-EF739A2C6D0D}" destId="{E1010522-87D9-FE46-9330-0D15FD7190EF}" srcOrd="5" destOrd="0" presId="urn:microsoft.com/office/officeart/2008/layout/LinedList"/>
    <dgm:cxn modelId="{FAA8401C-2F69-884E-AEB6-8627F30216A4}" type="presParOf" srcId="{E1010522-87D9-FE46-9330-0D15FD7190EF}" destId="{7B95BB48-83B0-3E4D-A9FF-2ADF3B36AD25}" srcOrd="0" destOrd="0" presId="urn:microsoft.com/office/officeart/2008/layout/LinedList"/>
    <dgm:cxn modelId="{32E067A6-495B-9C48-8DAD-434C1BB3E808}" type="presParOf" srcId="{E1010522-87D9-FE46-9330-0D15FD7190EF}" destId="{780CE486-6B24-3F48-B48E-E5926FF1DDA1}" srcOrd="1" destOrd="0" presId="urn:microsoft.com/office/officeart/2008/layout/LinedList"/>
    <dgm:cxn modelId="{896D0C21-8FA7-9B40-A938-21563ECC5277}" type="presParOf" srcId="{3398D8A7-94F1-8A4D-B0C9-EF739A2C6D0D}" destId="{BB57F03A-3F97-744C-857C-89BCBA5ECBD7}" srcOrd="6" destOrd="0" presId="urn:microsoft.com/office/officeart/2008/layout/LinedList"/>
    <dgm:cxn modelId="{A54F7F31-AA2C-F840-865B-A3F0242C3DE8}" type="presParOf" srcId="{3398D8A7-94F1-8A4D-B0C9-EF739A2C6D0D}" destId="{7FDE3C7B-9FB9-604D-9D5F-88C4978EFF2B}" srcOrd="7" destOrd="0" presId="urn:microsoft.com/office/officeart/2008/layout/LinedList"/>
    <dgm:cxn modelId="{37A2FFA7-7058-E941-80F3-3A963488FD15}" type="presParOf" srcId="{7FDE3C7B-9FB9-604D-9D5F-88C4978EFF2B}" destId="{C49BB265-880E-6348-84F5-32FE374B0579}" srcOrd="0" destOrd="0" presId="urn:microsoft.com/office/officeart/2008/layout/LinedList"/>
    <dgm:cxn modelId="{D0628287-DA17-244F-BFE0-F6B79B6C98BD}" type="presParOf" srcId="{7FDE3C7B-9FB9-604D-9D5F-88C4978EFF2B}" destId="{B2745E8D-A4E1-2C40-BF0F-D0DC71D68448}" srcOrd="1" destOrd="0" presId="urn:microsoft.com/office/officeart/2008/layout/LinedList"/>
    <dgm:cxn modelId="{EA2FC194-92C6-8446-9C9B-F11A3379BB97}" type="presParOf" srcId="{3398D8A7-94F1-8A4D-B0C9-EF739A2C6D0D}" destId="{D108D729-8DAD-5640-99CB-278BE66ACCE7}" srcOrd="8" destOrd="0" presId="urn:microsoft.com/office/officeart/2008/layout/LinedList"/>
    <dgm:cxn modelId="{7832EC16-1503-1042-8315-5FDBA86B1BBF}" type="presParOf" srcId="{3398D8A7-94F1-8A4D-B0C9-EF739A2C6D0D}" destId="{01BCE4C0-E2DA-5446-AB33-3EE2B5F3C6E8}" srcOrd="9" destOrd="0" presId="urn:microsoft.com/office/officeart/2008/layout/LinedList"/>
    <dgm:cxn modelId="{B5D383C6-C077-334A-815F-7E1A5BCB7F56}" type="presParOf" srcId="{01BCE4C0-E2DA-5446-AB33-3EE2B5F3C6E8}" destId="{98EB97BD-417F-4E44-8CB9-F137B7900CB5}" srcOrd="0" destOrd="0" presId="urn:microsoft.com/office/officeart/2008/layout/LinedList"/>
    <dgm:cxn modelId="{E02F602E-1769-1541-B902-066FB557A51A}" type="presParOf" srcId="{01BCE4C0-E2DA-5446-AB33-3EE2B5F3C6E8}" destId="{3B3E1C8C-3945-BC47-99B4-130638F6950B}" srcOrd="1" destOrd="0" presId="urn:microsoft.com/office/officeart/2008/layout/LinedList"/>
    <dgm:cxn modelId="{375DB492-53D1-9B41-8241-CE23134BD280}" type="presParOf" srcId="{3398D8A7-94F1-8A4D-B0C9-EF739A2C6D0D}" destId="{ADBCB374-E99C-0B42-900F-53D7A5F71DA9}" srcOrd="10" destOrd="0" presId="urn:microsoft.com/office/officeart/2008/layout/LinedList"/>
    <dgm:cxn modelId="{9E6FB1F8-91FF-644E-864D-B68F6817C226}" type="presParOf" srcId="{3398D8A7-94F1-8A4D-B0C9-EF739A2C6D0D}" destId="{0DC633E3-91AA-F441-B1FA-17E88587ED2C}" srcOrd="11" destOrd="0" presId="urn:microsoft.com/office/officeart/2008/layout/LinedList"/>
    <dgm:cxn modelId="{C09937C5-1728-DA49-9BEC-567ABE98C544}" type="presParOf" srcId="{0DC633E3-91AA-F441-B1FA-17E88587ED2C}" destId="{12B8DAEA-E8A4-7D45-AEDB-000FD35F0B7B}" srcOrd="0" destOrd="0" presId="urn:microsoft.com/office/officeart/2008/layout/LinedList"/>
    <dgm:cxn modelId="{B92D0E6F-13B5-984B-9D74-65FF9BC1F1E6}" type="presParOf" srcId="{0DC633E3-91AA-F441-B1FA-17E88587ED2C}" destId="{CE7ADCC5-20FD-FB4A-9722-75D425879D0E}" srcOrd="1" destOrd="0" presId="urn:microsoft.com/office/officeart/2008/layout/LinedList"/>
    <dgm:cxn modelId="{41018C38-E127-9E4A-A156-5E008923079F}" type="presParOf" srcId="{3398D8A7-94F1-8A4D-B0C9-EF739A2C6D0D}" destId="{0C5C3788-DFEF-C846-ABFC-710FF83814C4}" srcOrd="12" destOrd="0" presId="urn:microsoft.com/office/officeart/2008/layout/LinedList"/>
    <dgm:cxn modelId="{741D8272-1C6F-9F46-B76F-4FB53DE4B881}" type="presParOf" srcId="{3398D8A7-94F1-8A4D-B0C9-EF739A2C6D0D}" destId="{6A04DA39-2838-374C-97DD-BD36576BC033}" srcOrd="13" destOrd="0" presId="urn:microsoft.com/office/officeart/2008/layout/LinedList"/>
    <dgm:cxn modelId="{6661AF9B-43D8-2448-A483-6473682CF6B7}" type="presParOf" srcId="{6A04DA39-2838-374C-97DD-BD36576BC033}" destId="{707BCF10-2880-3047-A3F7-54B57E301B49}" srcOrd="0" destOrd="0" presId="urn:microsoft.com/office/officeart/2008/layout/LinedList"/>
    <dgm:cxn modelId="{1FF902F9-0F46-2A42-9873-0D957659675F}" type="presParOf" srcId="{6A04DA39-2838-374C-97DD-BD36576BC033}" destId="{02BCC30D-08DA-6E48-A91D-8F76B2C6691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12F0C4-AADD-4CB0-A158-650D783FB3C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3D2ED1-5EFF-4A86-8594-86BB6A65CDB3}">
      <dgm:prSet/>
      <dgm:spPr/>
      <dgm:t>
        <a:bodyPr/>
        <a:lstStyle/>
        <a:p>
          <a:r>
            <a:rPr lang="en-US"/>
            <a:t>Stack basée sur des outils standards de l’observabilité :</a:t>
          </a:r>
        </a:p>
      </dgm:t>
    </dgm:pt>
    <dgm:pt modelId="{61978434-D5D5-4A9D-B157-FDB478C11790}" type="parTrans" cxnId="{6EB4893E-D171-4175-9E40-DA82A3F06088}">
      <dgm:prSet/>
      <dgm:spPr/>
      <dgm:t>
        <a:bodyPr/>
        <a:lstStyle/>
        <a:p>
          <a:endParaRPr lang="en-US"/>
        </a:p>
      </dgm:t>
    </dgm:pt>
    <dgm:pt modelId="{5BB0FD4F-95F0-4864-9A9D-DEF05B9424CD}" type="sibTrans" cxnId="{6EB4893E-D171-4175-9E40-DA82A3F06088}">
      <dgm:prSet/>
      <dgm:spPr/>
      <dgm:t>
        <a:bodyPr/>
        <a:lstStyle/>
        <a:p>
          <a:endParaRPr lang="en-US"/>
        </a:p>
      </dgm:t>
    </dgm:pt>
    <dgm:pt modelId="{7B21FAF6-EA79-49B2-B001-71A179065500}">
      <dgm:prSet/>
      <dgm:spPr/>
      <dgm:t>
        <a:bodyPr/>
        <a:lstStyle/>
        <a:p>
          <a:r>
            <a:rPr lang="en-US"/>
            <a:t>- Prometheus : collecte et stockage des métriques</a:t>
          </a:r>
        </a:p>
      </dgm:t>
    </dgm:pt>
    <dgm:pt modelId="{81C1E4D0-5E5F-434C-B01D-C48501D4EA8D}" type="parTrans" cxnId="{45C4DA6D-3958-475C-9B52-27DEE0E710FA}">
      <dgm:prSet/>
      <dgm:spPr/>
      <dgm:t>
        <a:bodyPr/>
        <a:lstStyle/>
        <a:p>
          <a:endParaRPr lang="en-US"/>
        </a:p>
      </dgm:t>
    </dgm:pt>
    <dgm:pt modelId="{B8BFB626-A6B8-4092-8E0D-5218F89D060E}" type="sibTrans" cxnId="{45C4DA6D-3958-475C-9B52-27DEE0E710FA}">
      <dgm:prSet/>
      <dgm:spPr/>
      <dgm:t>
        <a:bodyPr/>
        <a:lstStyle/>
        <a:p>
          <a:endParaRPr lang="en-US"/>
        </a:p>
      </dgm:t>
    </dgm:pt>
    <dgm:pt modelId="{B4CC8424-799A-4810-B307-29B7C6C42442}">
      <dgm:prSet/>
      <dgm:spPr/>
      <dgm:t>
        <a:bodyPr/>
        <a:lstStyle/>
        <a:p>
          <a:r>
            <a:rPr lang="en-US"/>
            <a:t>- Grafana : visualisation et dashboards</a:t>
          </a:r>
        </a:p>
      </dgm:t>
    </dgm:pt>
    <dgm:pt modelId="{43464FDC-D561-48E1-B2EB-1C6DA9984C8F}" type="parTrans" cxnId="{F6D26B66-F617-4CFB-85C2-69BA172364F3}">
      <dgm:prSet/>
      <dgm:spPr/>
      <dgm:t>
        <a:bodyPr/>
        <a:lstStyle/>
        <a:p>
          <a:endParaRPr lang="en-US"/>
        </a:p>
      </dgm:t>
    </dgm:pt>
    <dgm:pt modelId="{E9C66229-2E68-4432-ABA5-1ECCFE4560F9}" type="sibTrans" cxnId="{F6D26B66-F617-4CFB-85C2-69BA172364F3}">
      <dgm:prSet/>
      <dgm:spPr/>
      <dgm:t>
        <a:bodyPr/>
        <a:lstStyle/>
        <a:p>
          <a:endParaRPr lang="en-US"/>
        </a:p>
      </dgm:t>
    </dgm:pt>
    <dgm:pt modelId="{CE8D0C85-DF97-434D-86E3-36BA17963A9D}">
      <dgm:prSet/>
      <dgm:spPr/>
      <dgm:t>
        <a:bodyPr/>
        <a:lstStyle/>
        <a:p>
          <a:r>
            <a:rPr lang="en-US"/>
            <a:t>- Alertmanager : gestion des alertes</a:t>
          </a:r>
        </a:p>
      </dgm:t>
    </dgm:pt>
    <dgm:pt modelId="{77AE88E4-2643-4874-9F5F-77E50CC9AA76}" type="parTrans" cxnId="{C3D5EAE9-2F07-447D-84CF-F95CFC97D5B3}">
      <dgm:prSet/>
      <dgm:spPr/>
      <dgm:t>
        <a:bodyPr/>
        <a:lstStyle/>
        <a:p>
          <a:endParaRPr lang="en-US"/>
        </a:p>
      </dgm:t>
    </dgm:pt>
    <dgm:pt modelId="{C6C0DC34-33F8-45E8-A3B0-D22E2C4EEA76}" type="sibTrans" cxnId="{C3D5EAE9-2F07-447D-84CF-F95CFC97D5B3}">
      <dgm:prSet/>
      <dgm:spPr/>
      <dgm:t>
        <a:bodyPr/>
        <a:lstStyle/>
        <a:p>
          <a:endParaRPr lang="en-US"/>
        </a:p>
      </dgm:t>
    </dgm:pt>
    <dgm:pt modelId="{20CC921B-AA68-418C-9F61-870151DA1A50}">
      <dgm:prSet/>
      <dgm:spPr/>
      <dgm:t>
        <a:bodyPr/>
        <a:lstStyle/>
        <a:p>
          <a:r>
            <a:rPr lang="en-US"/>
            <a:t>- Node Exporter : métriques système</a:t>
          </a:r>
        </a:p>
      </dgm:t>
    </dgm:pt>
    <dgm:pt modelId="{ED398BCB-83BC-4AEC-A3A5-2B4DD8A7F609}" type="parTrans" cxnId="{C2C6856D-25C5-4F7B-B1B0-3807F4459F3D}">
      <dgm:prSet/>
      <dgm:spPr/>
      <dgm:t>
        <a:bodyPr/>
        <a:lstStyle/>
        <a:p>
          <a:endParaRPr lang="en-US"/>
        </a:p>
      </dgm:t>
    </dgm:pt>
    <dgm:pt modelId="{488346F3-D427-4404-B708-25C6157C1EC6}" type="sibTrans" cxnId="{C2C6856D-25C5-4F7B-B1B0-3807F4459F3D}">
      <dgm:prSet/>
      <dgm:spPr/>
      <dgm:t>
        <a:bodyPr/>
        <a:lstStyle/>
        <a:p>
          <a:endParaRPr lang="en-US"/>
        </a:p>
      </dgm:t>
    </dgm:pt>
    <dgm:pt modelId="{50890933-A0F8-4C3F-835E-95E4C9FFCFC0}">
      <dgm:prSet/>
      <dgm:spPr/>
      <dgm:t>
        <a:bodyPr/>
        <a:lstStyle/>
        <a:p>
          <a:r>
            <a:rPr lang="en-US"/>
            <a:t>- Loki + Promtail : agrégation et corrélation des logs</a:t>
          </a:r>
        </a:p>
      </dgm:t>
    </dgm:pt>
    <dgm:pt modelId="{60E30BAE-945D-4359-9D53-6A2A7A85F756}" type="parTrans" cxnId="{011F244E-D4A3-40CC-8945-825C5B27B28F}">
      <dgm:prSet/>
      <dgm:spPr/>
      <dgm:t>
        <a:bodyPr/>
        <a:lstStyle/>
        <a:p>
          <a:endParaRPr lang="en-US"/>
        </a:p>
      </dgm:t>
    </dgm:pt>
    <dgm:pt modelId="{CF182F05-57EB-4F65-B023-6F0FDBDEE141}" type="sibTrans" cxnId="{011F244E-D4A3-40CC-8945-825C5B27B28F}">
      <dgm:prSet/>
      <dgm:spPr/>
      <dgm:t>
        <a:bodyPr/>
        <a:lstStyle/>
        <a:p>
          <a:endParaRPr lang="en-US"/>
        </a:p>
      </dgm:t>
    </dgm:pt>
    <dgm:pt modelId="{068192DC-E84F-421A-95FF-11E9E5121B9B}">
      <dgm:prSet/>
      <dgm:spPr/>
      <dgm:t>
        <a:bodyPr/>
        <a:lstStyle/>
        <a:p>
          <a:r>
            <a:rPr lang="en-US"/>
            <a:t>- API FastAPI instrumentée exposant /metrics</a:t>
          </a:r>
        </a:p>
      </dgm:t>
    </dgm:pt>
    <dgm:pt modelId="{78454C9A-9FE0-4E06-9D5D-2942B975792D}" type="parTrans" cxnId="{28D0D4C2-C76B-4240-9B33-C742EE72C5C6}">
      <dgm:prSet/>
      <dgm:spPr/>
      <dgm:t>
        <a:bodyPr/>
        <a:lstStyle/>
        <a:p>
          <a:endParaRPr lang="en-US"/>
        </a:p>
      </dgm:t>
    </dgm:pt>
    <dgm:pt modelId="{D949DE6D-FF20-4B57-9208-4F2B0F76514C}" type="sibTrans" cxnId="{28D0D4C2-C76B-4240-9B33-C742EE72C5C6}">
      <dgm:prSet/>
      <dgm:spPr/>
      <dgm:t>
        <a:bodyPr/>
        <a:lstStyle/>
        <a:p>
          <a:endParaRPr lang="en-US"/>
        </a:p>
      </dgm:t>
    </dgm:pt>
    <dgm:pt modelId="{6B66A04A-2A25-194D-BB6E-7F758D0BF33D}" type="pres">
      <dgm:prSet presAssocID="{0712F0C4-AADD-4CB0-A158-650D783FB3C8}" presName="linear" presStyleCnt="0">
        <dgm:presLayoutVars>
          <dgm:animLvl val="lvl"/>
          <dgm:resizeHandles val="exact"/>
        </dgm:presLayoutVars>
      </dgm:prSet>
      <dgm:spPr/>
    </dgm:pt>
    <dgm:pt modelId="{F63C4A8B-B200-9840-97F6-24051871A373}" type="pres">
      <dgm:prSet presAssocID="{2B3D2ED1-5EFF-4A86-8594-86BB6A65CDB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7D5D2BE-DB3E-6B4F-A31E-350D11C70052}" type="pres">
      <dgm:prSet presAssocID="{5BB0FD4F-95F0-4864-9A9D-DEF05B9424CD}" presName="spacer" presStyleCnt="0"/>
      <dgm:spPr/>
    </dgm:pt>
    <dgm:pt modelId="{5653CC9C-20D0-BA40-862A-C73C415429BA}" type="pres">
      <dgm:prSet presAssocID="{7B21FAF6-EA79-49B2-B001-71A17906550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4FC8005-F6C4-3942-BE08-7A1C21B5DBA3}" type="pres">
      <dgm:prSet presAssocID="{B8BFB626-A6B8-4092-8E0D-5218F89D060E}" presName="spacer" presStyleCnt="0"/>
      <dgm:spPr/>
    </dgm:pt>
    <dgm:pt modelId="{D39E655D-E267-8F4B-A662-166DB0AFE5EC}" type="pres">
      <dgm:prSet presAssocID="{B4CC8424-799A-4810-B307-29B7C6C4244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8BD313F-D1DC-8042-8D3A-A55D9CE9EFAC}" type="pres">
      <dgm:prSet presAssocID="{E9C66229-2E68-4432-ABA5-1ECCFE4560F9}" presName="spacer" presStyleCnt="0"/>
      <dgm:spPr/>
    </dgm:pt>
    <dgm:pt modelId="{C119438D-60CC-944F-9F07-8F58018906D3}" type="pres">
      <dgm:prSet presAssocID="{CE8D0C85-DF97-434D-86E3-36BA17963A9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D2BCD59-FD58-DA4A-9BF2-8D4AD9D81AB9}" type="pres">
      <dgm:prSet presAssocID="{C6C0DC34-33F8-45E8-A3B0-D22E2C4EEA76}" presName="spacer" presStyleCnt="0"/>
      <dgm:spPr/>
    </dgm:pt>
    <dgm:pt modelId="{693E358F-BF3B-AE44-A0EF-F9003DE78B81}" type="pres">
      <dgm:prSet presAssocID="{20CC921B-AA68-418C-9F61-870151DA1A5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63B01A0-2DB9-C04C-9113-6BB8D2B913D6}" type="pres">
      <dgm:prSet presAssocID="{488346F3-D427-4404-B708-25C6157C1EC6}" presName="spacer" presStyleCnt="0"/>
      <dgm:spPr/>
    </dgm:pt>
    <dgm:pt modelId="{CA1A011A-5B18-A94E-B48B-7EB18082187F}" type="pres">
      <dgm:prSet presAssocID="{50890933-A0F8-4C3F-835E-95E4C9FFCFC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08FF5B1-8E26-5445-9360-4A8A67B7ED34}" type="pres">
      <dgm:prSet presAssocID="{CF182F05-57EB-4F65-B023-6F0FDBDEE141}" presName="spacer" presStyleCnt="0"/>
      <dgm:spPr/>
    </dgm:pt>
    <dgm:pt modelId="{6C9C4951-3C8A-6046-A9DC-2D742B288C5B}" type="pres">
      <dgm:prSet presAssocID="{068192DC-E84F-421A-95FF-11E9E5121B9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62F8A31-D06B-EA44-9760-AD0F6BD40C3C}" type="presOf" srcId="{20CC921B-AA68-418C-9F61-870151DA1A50}" destId="{693E358F-BF3B-AE44-A0EF-F9003DE78B81}" srcOrd="0" destOrd="0" presId="urn:microsoft.com/office/officeart/2005/8/layout/vList2"/>
    <dgm:cxn modelId="{4EC93E38-1916-A34D-BAE8-358B28186A1D}" type="presOf" srcId="{0712F0C4-AADD-4CB0-A158-650D783FB3C8}" destId="{6B66A04A-2A25-194D-BB6E-7F758D0BF33D}" srcOrd="0" destOrd="0" presId="urn:microsoft.com/office/officeart/2005/8/layout/vList2"/>
    <dgm:cxn modelId="{6EB4893E-D171-4175-9E40-DA82A3F06088}" srcId="{0712F0C4-AADD-4CB0-A158-650D783FB3C8}" destId="{2B3D2ED1-5EFF-4A86-8594-86BB6A65CDB3}" srcOrd="0" destOrd="0" parTransId="{61978434-D5D5-4A9D-B157-FDB478C11790}" sibTransId="{5BB0FD4F-95F0-4864-9A9D-DEF05B9424CD}"/>
    <dgm:cxn modelId="{011F244E-D4A3-40CC-8945-825C5B27B28F}" srcId="{0712F0C4-AADD-4CB0-A158-650D783FB3C8}" destId="{50890933-A0F8-4C3F-835E-95E4C9FFCFC0}" srcOrd="5" destOrd="0" parTransId="{60E30BAE-945D-4359-9D53-6A2A7A85F756}" sibTransId="{CF182F05-57EB-4F65-B023-6F0FDBDEE141}"/>
    <dgm:cxn modelId="{1BAD2252-07B7-1948-89A1-AEF58ABE3E5C}" type="presOf" srcId="{068192DC-E84F-421A-95FF-11E9E5121B9B}" destId="{6C9C4951-3C8A-6046-A9DC-2D742B288C5B}" srcOrd="0" destOrd="0" presId="urn:microsoft.com/office/officeart/2005/8/layout/vList2"/>
    <dgm:cxn modelId="{F6D26B66-F617-4CFB-85C2-69BA172364F3}" srcId="{0712F0C4-AADD-4CB0-A158-650D783FB3C8}" destId="{B4CC8424-799A-4810-B307-29B7C6C42442}" srcOrd="2" destOrd="0" parTransId="{43464FDC-D561-48E1-B2EB-1C6DA9984C8F}" sibTransId="{E9C66229-2E68-4432-ABA5-1ECCFE4560F9}"/>
    <dgm:cxn modelId="{C2C6856D-25C5-4F7B-B1B0-3807F4459F3D}" srcId="{0712F0C4-AADD-4CB0-A158-650D783FB3C8}" destId="{20CC921B-AA68-418C-9F61-870151DA1A50}" srcOrd="4" destOrd="0" parTransId="{ED398BCB-83BC-4AEC-A3A5-2B4DD8A7F609}" sibTransId="{488346F3-D427-4404-B708-25C6157C1EC6}"/>
    <dgm:cxn modelId="{45C4DA6D-3958-475C-9B52-27DEE0E710FA}" srcId="{0712F0C4-AADD-4CB0-A158-650D783FB3C8}" destId="{7B21FAF6-EA79-49B2-B001-71A179065500}" srcOrd="1" destOrd="0" parTransId="{81C1E4D0-5E5F-434C-B01D-C48501D4EA8D}" sibTransId="{B8BFB626-A6B8-4092-8E0D-5218F89D060E}"/>
    <dgm:cxn modelId="{D2ACA870-6986-AD43-A5F5-46E6831AF583}" type="presOf" srcId="{2B3D2ED1-5EFF-4A86-8594-86BB6A65CDB3}" destId="{F63C4A8B-B200-9840-97F6-24051871A373}" srcOrd="0" destOrd="0" presId="urn:microsoft.com/office/officeart/2005/8/layout/vList2"/>
    <dgm:cxn modelId="{9F7E0D74-04E5-4B43-8302-45CF02C3353C}" type="presOf" srcId="{50890933-A0F8-4C3F-835E-95E4C9FFCFC0}" destId="{CA1A011A-5B18-A94E-B48B-7EB18082187F}" srcOrd="0" destOrd="0" presId="urn:microsoft.com/office/officeart/2005/8/layout/vList2"/>
    <dgm:cxn modelId="{C9AADA7F-1E30-344D-A4D6-C840358B64F1}" type="presOf" srcId="{B4CC8424-799A-4810-B307-29B7C6C42442}" destId="{D39E655D-E267-8F4B-A662-166DB0AFE5EC}" srcOrd="0" destOrd="0" presId="urn:microsoft.com/office/officeart/2005/8/layout/vList2"/>
    <dgm:cxn modelId="{C1643A9C-2309-984F-A6B1-7CD8CDBB124D}" type="presOf" srcId="{7B21FAF6-EA79-49B2-B001-71A179065500}" destId="{5653CC9C-20D0-BA40-862A-C73C415429BA}" srcOrd="0" destOrd="0" presId="urn:microsoft.com/office/officeart/2005/8/layout/vList2"/>
    <dgm:cxn modelId="{28D0D4C2-C76B-4240-9B33-C742EE72C5C6}" srcId="{0712F0C4-AADD-4CB0-A158-650D783FB3C8}" destId="{068192DC-E84F-421A-95FF-11E9E5121B9B}" srcOrd="6" destOrd="0" parTransId="{78454C9A-9FE0-4E06-9D5D-2942B975792D}" sibTransId="{D949DE6D-FF20-4B57-9208-4F2B0F76514C}"/>
    <dgm:cxn modelId="{C3D5EAE9-2F07-447D-84CF-F95CFC97D5B3}" srcId="{0712F0C4-AADD-4CB0-A158-650D783FB3C8}" destId="{CE8D0C85-DF97-434D-86E3-36BA17963A9D}" srcOrd="3" destOrd="0" parTransId="{77AE88E4-2643-4874-9F5F-77E50CC9AA76}" sibTransId="{C6C0DC34-33F8-45E8-A3B0-D22E2C4EEA76}"/>
    <dgm:cxn modelId="{A087AFF5-E191-2546-A9F3-416DFA5CBBCE}" type="presOf" srcId="{CE8D0C85-DF97-434D-86E3-36BA17963A9D}" destId="{C119438D-60CC-944F-9F07-8F58018906D3}" srcOrd="0" destOrd="0" presId="urn:microsoft.com/office/officeart/2005/8/layout/vList2"/>
    <dgm:cxn modelId="{5DA0A84D-4B45-B946-A31A-211806C015F2}" type="presParOf" srcId="{6B66A04A-2A25-194D-BB6E-7F758D0BF33D}" destId="{F63C4A8B-B200-9840-97F6-24051871A373}" srcOrd="0" destOrd="0" presId="urn:microsoft.com/office/officeart/2005/8/layout/vList2"/>
    <dgm:cxn modelId="{61B1CAAA-749C-FC46-B131-AD22C83067F0}" type="presParOf" srcId="{6B66A04A-2A25-194D-BB6E-7F758D0BF33D}" destId="{B7D5D2BE-DB3E-6B4F-A31E-350D11C70052}" srcOrd="1" destOrd="0" presId="urn:microsoft.com/office/officeart/2005/8/layout/vList2"/>
    <dgm:cxn modelId="{ADCA3B19-14E8-7D4E-AE2D-6D58F7CA9868}" type="presParOf" srcId="{6B66A04A-2A25-194D-BB6E-7F758D0BF33D}" destId="{5653CC9C-20D0-BA40-862A-C73C415429BA}" srcOrd="2" destOrd="0" presId="urn:microsoft.com/office/officeart/2005/8/layout/vList2"/>
    <dgm:cxn modelId="{3302CF92-7DC9-2649-9CCF-FB84BEABF5C9}" type="presParOf" srcId="{6B66A04A-2A25-194D-BB6E-7F758D0BF33D}" destId="{44FC8005-F6C4-3942-BE08-7A1C21B5DBA3}" srcOrd="3" destOrd="0" presId="urn:microsoft.com/office/officeart/2005/8/layout/vList2"/>
    <dgm:cxn modelId="{2F82E80A-9BC2-A846-AD53-A83C72C3A53E}" type="presParOf" srcId="{6B66A04A-2A25-194D-BB6E-7F758D0BF33D}" destId="{D39E655D-E267-8F4B-A662-166DB0AFE5EC}" srcOrd="4" destOrd="0" presId="urn:microsoft.com/office/officeart/2005/8/layout/vList2"/>
    <dgm:cxn modelId="{AD4CB79B-3366-284D-BFB9-EB9E06B2D8AD}" type="presParOf" srcId="{6B66A04A-2A25-194D-BB6E-7F758D0BF33D}" destId="{48BD313F-D1DC-8042-8D3A-A55D9CE9EFAC}" srcOrd="5" destOrd="0" presId="urn:microsoft.com/office/officeart/2005/8/layout/vList2"/>
    <dgm:cxn modelId="{3305E3A7-46A3-254D-ACAA-B294D44ED2BE}" type="presParOf" srcId="{6B66A04A-2A25-194D-BB6E-7F758D0BF33D}" destId="{C119438D-60CC-944F-9F07-8F58018906D3}" srcOrd="6" destOrd="0" presId="urn:microsoft.com/office/officeart/2005/8/layout/vList2"/>
    <dgm:cxn modelId="{F23E868C-9A4E-C144-9F23-473A06079849}" type="presParOf" srcId="{6B66A04A-2A25-194D-BB6E-7F758D0BF33D}" destId="{7D2BCD59-FD58-DA4A-9BF2-8D4AD9D81AB9}" srcOrd="7" destOrd="0" presId="urn:microsoft.com/office/officeart/2005/8/layout/vList2"/>
    <dgm:cxn modelId="{F606E172-AD3E-7942-B48D-4C4E73D6C340}" type="presParOf" srcId="{6B66A04A-2A25-194D-BB6E-7F758D0BF33D}" destId="{693E358F-BF3B-AE44-A0EF-F9003DE78B81}" srcOrd="8" destOrd="0" presId="urn:microsoft.com/office/officeart/2005/8/layout/vList2"/>
    <dgm:cxn modelId="{CF70A5BD-C553-B045-912A-543ECB8D4402}" type="presParOf" srcId="{6B66A04A-2A25-194D-BB6E-7F758D0BF33D}" destId="{963B01A0-2DB9-C04C-9113-6BB8D2B913D6}" srcOrd="9" destOrd="0" presId="urn:microsoft.com/office/officeart/2005/8/layout/vList2"/>
    <dgm:cxn modelId="{AB577EC9-7AF2-3A4F-8396-F3477168A0DF}" type="presParOf" srcId="{6B66A04A-2A25-194D-BB6E-7F758D0BF33D}" destId="{CA1A011A-5B18-A94E-B48B-7EB18082187F}" srcOrd="10" destOrd="0" presId="urn:microsoft.com/office/officeart/2005/8/layout/vList2"/>
    <dgm:cxn modelId="{4695F72A-59F9-2C40-920F-91C11DB8F425}" type="presParOf" srcId="{6B66A04A-2A25-194D-BB6E-7F758D0BF33D}" destId="{108FF5B1-8E26-5445-9360-4A8A67B7ED34}" srcOrd="11" destOrd="0" presId="urn:microsoft.com/office/officeart/2005/8/layout/vList2"/>
    <dgm:cxn modelId="{3CB27680-AFF7-9A40-811B-7C5C64A50237}" type="presParOf" srcId="{6B66A04A-2A25-194D-BB6E-7F758D0BF33D}" destId="{6C9C4951-3C8A-6046-A9DC-2D742B288C5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8FFE65-17B0-479D-B2BB-B301EC4CC40F}" type="doc">
      <dgm:prSet loTypeId="urn:microsoft.com/office/officeart/2005/8/layout/hChevron3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AF5A834-FA64-4941-B2FC-21EA4E317C5E}">
      <dgm:prSet/>
      <dgm:spPr/>
      <dgm:t>
        <a:bodyPr/>
        <a:lstStyle/>
        <a:p>
          <a:r>
            <a:rPr lang="en-US"/>
            <a:t>Exemples de métriques surveillées :</a:t>
          </a:r>
        </a:p>
      </dgm:t>
    </dgm:pt>
    <dgm:pt modelId="{FB65D4DA-F73F-4579-BF1B-773A3669BB9B}" type="parTrans" cxnId="{51344EBB-AD17-4D64-8EF0-54DBE06A2069}">
      <dgm:prSet/>
      <dgm:spPr/>
      <dgm:t>
        <a:bodyPr/>
        <a:lstStyle/>
        <a:p>
          <a:endParaRPr lang="en-US"/>
        </a:p>
      </dgm:t>
    </dgm:pt>
    <dgm:pt modelId="{21AB8ADE-630F-4FDD-B7BF-65EDB178F99F}" type="sibTrans" cxnId="{51344EBB-AD17-4D64-8EF0-54DBE06A2069}">
      <dgm:prSet/>
      <dgm:spPr/>
      <dgm:t>
        <a:bodyPr/>
        <a:lstStyle/>
        <a:p>
          <a:endParaRPr lang="en-US"/>
        </a:p>
      </dgm:t>
    </dgm:pt>
    <dgm:pt modelId="{EF2AE67F-3DE2-446F-BD5D-35112A82EE16}">
      <dgm:prSet/>
      <dgm:spPr/>
      <dgm:t>
        <a:bodyPr/>
        <a:lstStyle/>
        <a:p>
          <a:r>
            <a:rPr lang="en-US"/>
            <a:t>- UP du service</a:t>
          </a:r>
        </a:p>
      </dgm:t>
    </dgm:pt>
    <dgm:pt modelId="{9DCC9EC8-ABC7-4528-99AA-4A3E01768882}" type="parTrans" cxnId="{41FA3611-0C00-4A93-82CA-18F345D86F38}">
      <dgm:prSet/>
      <dgm:spPr/>
      <dgm:t>
        <a:bodyPr/>
        <a:lstStyle/>
        <a:p>
          <a:endParaRPr lang="en-US"/>
        </a:p>
      </dgm:t>
    </dgm:pt>
    <dgm:pt modelId="{596CF766-689B-4AE5-B148-17FBB11B0304}" type="sibTrans" cxnId="{41FA3611-0C00-4A93-82CA-18F345D86F38}">
      <dgm:prSet/>
      <dgm:spPr/>
      <dgm:t>
        <a:bodyPr/>
        <a:lstStyle/>
        <a:p>
          <a:endParaRPr lang="en-US"/>
        </a:p>
      </dgm:t>
    </dgm:pt>
    <dgm:pt modelId="{D970A3AE-2A9D-450B-814E-B6C9C4CCCEBB}">
      <dgm:prSet/>
      <dgm:spPr/>
      <dgm:t>
        <a:bodyPr/>
        <a:lstStyle/>
        <a:p>
          <a:r>
            <a:rPr lang="en-US"/>
            <a:t>- Trafic (requêtes par seconde)</a:t>
          </a:r>
        </a:p>
      </dgm:t>
    </dgm:pt>
    <dgm:pt modelId="{3CDC9555-9E2D-4110-B527-F178B0E4B05D}" type="parTrans" cxnId="{85D378DB-1438-4871-B927-DB6B4C603060}">
      <dgm:prSet/>
      <dgm:spPr/>
      <dgm:t>
        <a:bodyPr/>
        <a:lstStyle/>
        <a:p>
          <a:endParaRPr lang="en-US"/>
        </a:p>
      </dgm:t>
    </dgm:pt>
    <dgm:pt modelId="{D5B0E42A-49CA-4FC1-8DCE-79FE81B8B662}" type="sibTrans" cxnId="{85D378DB-1438-4871-B927-DB6B4C603060}">
      <dgm:prSet/>
      <dgm:spPr/>
      <dgm:t>
        <a:bodyPr/>
        <a:lstStyle/>
        <a:p>
          <a:endParaRPr lang="en-US"/>
        </a:p>
      </dgm:t>
    </dgm:pt>
    <dgm:pt modelId="{41014662-8C42-4715-8FDA-F29613AC4A0D}">
      <dgm:prSet/>
      <dgm:spPr/>
      <dgm:t>
        <a:bodyPr/>
        <a:lstStyle/>
        <a:p>
          <a:r>
            <a:rPr lang="en-US"/>
            <a:t>- Taux d’erreurs HTTP 5xx</a:t>
          </a:r>
        </a:p>
      </dgm:t>
    </dgm:pt>
    <dgm:pt modelId="{18A6D234-AAE2-4C5D-9B4E-6FA120CAA92C}" type="parTrans" cxnId="{47508CDC-9084-4C03-ADA4-3FD48A3E8FD4}">
      <dgm:prSet/>
      <dgm:spPr/>
      <dgm:t>
        <a:bodyPr/>
        <a:lstStyle/>
        <a:p>
          <a:endParaRPr lang="en-US"/>
        </a:p>
      </dgm:t>
    </dgm:pt>
    <dgm:pt modelId="{02F1502C-8B17-4435-8B80-D47C6719C120}" type="sibTrans" cxnId="{47508CDC-9084-4C03-ADA4-3FD48A3E8FD4}">
      <dgm:prSet/>
      <dgm:spPr/>
      <dgm:t>
        <a:bodyPr/>
        <a:lstStyle/>
        <a:p>
          <a:endParaRPr lang="en-US"/>
        </a:p>
      </dgm:t>
    </dgm:pt>
    <dgm:pt modelId="{20073D36-0F2B-4834-9318-576D31A5776A}">
      <dgm:prSet/>
      <dgm:spPr/>
      <dgm:t>
        <a:bodyPr/>
        <a:lstStyle/>
        <a:p>
          <a:r>
            <a:rPr lang="en-US"/>
            <a:t>- Latence p95</a:t>
          </a:r>
        </a:p>
      </dgm:t>
    </dgm:pt>
    <dgm:pt modelId="{8660227A-44B4-4922-8AB7-77DCA4C247DB}" type="parTrans" cxnId="{C9FE6311-FA27-403F-980E-C247F381B109}">
      <dgm:prSet/>
      <dgm:spPr/>
      <dgm:t>
        <a:bodyPr/>
        <a:lstStyle/>
        <a:p>
          <a:endParaRPr lang="en-US"/>
        </a:p>
      </dgm:t>
    </dgm:pt>
    <dgm:pt modelId="{AE4871D4-1C53-40D2-AFFA-2197A5B27244}" type="sibTrans" cxnId="{C9FE6311-FA27-403F-980E-C247F381B109}">
      <dgm:prSet/>
      <dgm:spPr/>
      <dgm:t>
        <a:bodyPr/>
        <a:lstStyle/>
        <a:p>
          <a:endParaRPr lang="en-US"/>
        </a:p>
      </dgm:t>
    </dgm:pt>
    <dgm:pt modelId="{22C102C1-EAD3-42D4-9F2B-48FFF9CCD85D}">
      <dgm:prSet/>
      <dgm:spPr/>
      <dgm:t>
        <a:bodyPr/>
        <a:lstStyle/>
        <a:p>
          <a:r>
            <a:rPr lang="en-US"/>
            <a:t>- CPU utilisé</a:t>
          </a:r>
        </a:p>
      </dgm:t>
    </dgm:pt>
    <dgm:pt modelId="{05532ACA-B84A-463C-BAA8-B8E5DC185E37}" type="parTrans" cxnId="{DD559099-729B-4A2F-9226-11E3C641947C}">
      <dgm:prSet/>
      <dgm:spPr/>
      <dgm:t>
        <a:bodyPr/>
        <a:lstStyle/>
        <a:p>
          <a:endParaRPr lang="en-US"/>
        </a:p>
      </dgm:t>
    </dgm:pt>
    <dgm:pt modelId="{B90EA660-FFD5-4165-ABD7-E1C959690B0E}" type="sibTrans" cxnId="{DD559099-729B-4A2F-9226-11E3C641947C}">
      <dgm:prSet/>
      <dgm:spPr/>
      <dgm:t>
        <a:bodyPr/>
        <a:lstStyle/>
        <a:p>
          <a:endParaRPr lang="en-US"/>
        </a:p>
      </dgm:t>
    </dgm:pt>
    <dgm:pt modelId="{262592A7-99A8-46BA-B065-C1E5EB43DAE0}">
      <dgm:prSet/>
      <dgm:spPr/>
      <dgm:t>
        <a:bodyPr/>
        <a:lstStyle/>
        <a:p>
          <a:r>
            <a:rPr lang="en-US"/>
            <a:t>- Top endpoints les plus utilisés</a:t>
          </a:r>
        </a:p>
      </dgm:t>
    </dgm:pt>
    <dgm:pt modelId="{274BE27F-1DF2-420C-83E0-538C086BB7BE}" type="parTrans" cxnId="{D04A8BA7-0195-4FB3-A662-9817E143BB19}">
      <dgm:prSet/>
      <dgm:spPr/>
      <dgm:t>
        <a:bodyPr/>
        <a:lstStyle/>
        <a:p>
          <a:endParaRPr lang="en-US"/>
        </a:p>
      </dgm:t>
    </dgm:pt>
    <dgm:pt modelId="{DB3ED69E-81C9-4116-A748-6F66C55E8248}" type="sibTrans" cxnId="{D04A8BA7-0195-4FB3-A662-9817E143BB19}">
      <dgm:prSet/>
      <dgm:spPr/>
      <dgm:t>
        <a:bodyPr/>
        <a:lstStyle/>
        <a:p>
          <a:endParaRPr lang="en-US"/>
        </a:p>
      </dgm:t>
    </dgm:pt>
    <dgm:pt modelId="{CA7278F7-9DE8-4953-8AA7-9C78411E3A68}">
      <dgm:prSet/>
      <dgm:spPr/>
      <dgm:t>
        <a:bodyPr/>
        <a:lstStyle/>
        <a:p>
          <a:r>
            <a:rPr lang="en-US"/>
            <a:t>Ces requêtes alimentent directement les dashboards Grafana.</a:t>
          </a:r>
        </a:p>
      </dgm:t>
    </dgm:pt>
    <dgm:pt modelId="{819C4B88-BBE5-4F44-A56C-8E58E49DDD6B}" type="parTrans" cxnId="{2E488112-1FD5-4919-A81B-2A1EF97B1F13}">
      <dgm:prSet/>
      <dgm:spPr/>
      <dgm:t>
        <a:bodyPr/>
        <a:lstStyle/>
        <a:p>
          <a:endParaRPr lang="en-US"/>
        </a:p>
      </dgm:t>
    </dgm:pt>
    <dgm:pt modelId="{B7981B08-529E-4433-943C-060D2D2169A5}" type="sibTrans" cxnId="{2E488112-1FD5-4919-A81B-2A1EF97B1F13}">
      <dgm:prSet/>
      <dgm:spPr/>
      <dgm:t>
        <a:bodyPr/>
        <a:lstStyle/>
        <a:p>
          <a:endParaRPr lang="en-US"/>
        </a:p>
      </dgm:t>
    </dgm:pt>
    <dgm:pt modelId="{862BE558-7437-CD40-914D-68D8FD20582B}" type="pres">
      <dgm:prSet presAssocID="{B58FFE65-17B0-479D-B2BB-B301EC4CC40F}" presName="Name0" presStyleCnt="0">
        <dgm:presLayoutVars>
          <dgm:dir/>
          <dgm:resizeHandles val="exact"/>
        </dgm:presLayoutVars>
      </dgm:prSet>
      <dgm:spPr/>
    </dgm:pt>
    <dgm:pt modelId="{84D6A35D-4187-944A-A70F-266EC1108181}" type="pres">
      <dgm:prSet presAssocID="{5AF5A834-FA64-4941-B2FC-21EA4E317C5E}" presName="parAndChTx" presStyleLbl="node1" presStyleIdx="0" presStyleCnt="2">
        <dgm:presLayoutVars>
          <dgm:bulletEnabled val="1"/>
        </dgm:presLayoutVars>
      </dgm:prSet>
      <dgm:spPr/>
    </dgm:pt>
    <dgm:pt modelId="{7905D87D-6EB6-6E46-8EB2-73368B283559}" type="pres">
      <dgm:prSet presAssocID="{21AB8ADE-630F-4FDD-B7BF-65EDB178F99F}" presName="parAndChSpace" presStyleCnt="0"/>
      <dgm:spPr/>
    </dgm:pt>
    <dgm:pt modelId="{D31791B7-11C2-4A45-8DB9-A2D760704D2F}" type="pres">
      <dgm:prSet presAssocID="{CA7278F7-9DE8-4953-8AA7-9C78411E3A68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AAE3B60A-6AC4-D940-9AA5-EA9269FBFD3E}" type="presOf" srcId="{22C102C1-EAD3-42D4-9F2B-48FFF9CCD85D}" destId="{84D6A35D-4187-944A-A70F-266EC1108181}" srcOrd="0" destOrd="5" presId="urn:microsoft.com/office/officeart/2005/8/layout/hChevron3"/>
    <dgm:cxn modelId="{41FA3611-0C00-4A93-82CA-18F345D86F38}" srcId="{5AF5A834-FA64-4941-B2FC-21EA4E317C5E}" destId="{EF2AE67F-3DE2-446F-BD5D-35112A82EE16}" srcOrd="0" destOrd="0" parTransId="{9DCC9EC8-ABC7-4528-99AA-4A3E01768882}" sibTransId="{596CF766-689B-4AE5-B148-17FBB11B0304}"/>
    <dgm:cxn modelId="{C9FE6311-FA27-403F-980E-C247F381B109}" srcId="{5AF5A834-FA64-4941-B2FC-21EA4E317C5E}" destId="{20073D36-0F2B-4834-9318-576D31A5776A}" srcOrd="3" destOrd="0" parTransId="{8660227A-44B4-4922-8AB7-77DCA4C247DB}" sibTransId="{AE4871D4-1C53-40D2-AFFA-2197A5B27244}"/>
    <dgm:cxn modelId="{2E488112-1FD5-4919-A81B-2A1EF97B1F13}" srcId="{B58FFE65-17B0-479D-B2BB-B301EC4CC40F}" destId="{CA7278F7-9DE8-4953-8AA7-9C78411E3A68}" srcOrd="1" destOrd="0" parTransId="{819C4B88-BBE5-4F44-A56C-8E58E49DDD6B}" sibTransId="{B7981B08-529E-4433-943C-060D2D2169A5}"/>
    <dgm:cxn modelId="{E14D8C2A-4D86-F142-A878-BCF3FF261CCB}" type="presOf" srcId="{5AF5A834-FA64-4941-B2FC-21EA4E317C5E}" destId="{84D6A35D-4187-944A-A70F-266EC1108181}" srcOrd="0" destOrd="0" presId="urn:microsoft.com/office/officeart/2005/8/layout/hChevron3"/>
    <dgm:cxn modelId="{61356B3A-19BB-1E42-9436-3DE7A0E185A2}" type="presOf" srcId="{262592A7-99A8-46BA-B065-C1E5EB43DAE0}" destId="{84D6A35D-4187-944A-A70F-266EC1108181}" srcOrd="0" destOrd="6" presId="urn:microsoft.com/office/officeart/2005/8/layout/hChevron3"/>
    <dgm:cxn modelId="{F9585A43-6858-7445-B19D-6D75549C95B8}" type="presOf" srcId="{41014662-8C42-4715-8FDA-F29613AC4A0D}" destId="{84D6A35D-4187-944A-A70F-266EC1108181}" srcOrd="0" destOrd="3" presId="urn:microsoft.com/office/officeart/2005/8/layout/hChevron3"/>
    <dgm:cxn modelId="{1E348B48-018E-C145-AD8C-E423A8373B15}" type="presOf" srcId="{B58FFE65-17B0-479D-B2BB-B301EC4CC40F}" destId="{862BE558-7437-CD40-914D-68D8FD20582B}" srcOrd="0" destOrd="0" presId="urn:microsoft.com/office/officeart/2005/8/layout/hChevron3"/>
    <dgm:cxn modelId="{3C43DF50-D9BC-C244-9AB7-E41F2A6F7730}" type="presOf" srcId="{20073D36-0F2B-4834-9318-576D31A5776A}" destId="{84D6A35D-4187-944A-A70F-266EC1108181}" srcOrd="0" destOrd="4" presId="urn:microsoft.com/office/officeart/2005/8/layout/hChevron3"/>
    <dgm:cxn modelId="{9843CE6F-7551-B84C-88BE-C7AC5A321A98}" type="presOf" srcId="{D970A3AE-2A9D-450B-814E-B6C9C4CCCEBB}" destId="{84D6A35D-4187-944A-A70F-266EC1108181}" srcOrd="0" destOrd="2" presId="urn:microsoft.com/office/officeart/2005/8/layout/hChevron3"/>
    <dgm:cxn modelId="{9E40B17F-329A-A44D-A762-A3C28D8A51C8}" type="presOf" srcId="{CA7278F7-9DE8-4953-8AA7-9C78411E3A68}" destId="{D31791B7-11C2-4A45-8DB9-A2D760704D2F}" srcOrd="0" destOrd="0" presId="urn:microsoft.com/office/officeart/2005/8/layout/hChevron3"/>
    <dgm:cxn modelId="{DD559099-729B-4A2F-9226-11E3C641947C}" srcId="{5AF5A834-FA64-4941-B2FC-21EA4E317C5E}" destId="{22C102C1-EAD3-42D4-9F2B-48FFF9CCD85D}" srcOrd="4" destOrd="0" parTransId="{05532ACA-B84A-463C-BAA8-B8E5DC185E37}" sibTransId="{B90EA660-FFD5-4165-ABD7-E1C959690B0E}"/>
    <dgm:cxn modelId="{D04A8BA7-0195-4FB3-A662-9817E143BB19}" srcId="{5AF5A834-FA64-4941-B2FC-21EA4E317C5E}" destId="{262592A7-99A8-46BA-B065-C1E5EB43DAE0}" srcOrd="5" destOrd="0" parTransId="{274BE27F-1DF2-420C-83E0-538C086BB7BE}" sibTransId="{DB3ED69E-81C9-4116-A748-6F66C55E8248}"/>
    <dgm:cxn modelId="{51344EBB-AD17-4D64-8EF0-54DBE06A2069}" srcId="{B58FFE65-17B0-479D-B2BB-B301EC4CC40F}" destId="{5AF5A834-FA64-4941-B2FC-21EA4E317C5E}" srcOrd="0" destOrd="0" parTransId="{FB65D4DA-F73F-4579-BF1B-773A3669BB9B}" sibTransId="{21AB8ADE-630F-4FDD-B7BF-65EDB178F99F}"/>
    <dgm:cxn modelId="{85D378DB-1438-4871-B927-DB6B4C603060}" srcId="{5AF5A834-FA64-4941-B2FC-21EA4E317C5E}" destId="{D970A3AE-2A9D-450B-814E-B6C9C4CCCEBB}" srcOrd="1" destOrd="0" parTransId="{3CDC9555-9E2D-4110-B527-F178B0E4B05D}" sibTransId="{D5B0E42A-49CA-4FC1-8DCE-79FE81B8B662}"/>
    <dgm:cxn modelId="{0B6F38DC-36EF-F740-B594-62A6384325F6}" type="presOf" srcId="{EF2AE67F-3DE2-446F-BD5D-35112A82EE16}" destId="{84D6A35D-4187-944A-A70F-266EC1108181}" srcOrd="0" destOrd="1" presId="urn:microsoft.com/office/officeart/2005/8/layout/hChevron3"/>
    <dgm:cxn modelId="{47508CDC-9084-4C03-ADA4-3FD48A3E8FD4}" srcId="{5AF5A834-FA64-4941-B2FC-21EA4E317C5E}" destId="{41014662-8C42-4715-8FDA-F29613AC4A0D}" srcOrd="2" destOrd="0" parTransId="{18A6D234-AAE2-4C5D-9B4E-6FA120CAA92C}" sibTransId="{02F1502C-8B17-4435-8B80-D47C6719C120}"/>
    <dgm:cxn modelId="{AC8E5AFB-BBC6-FD4B-A6EB-752C9EC60E32}" type="presParOf" srcId="{862BE558-7437-CD40-914D-68D8FD20582B}" destId="{84D6A35D-4187-944A-A70F-266EC1108181}" srcOrd="0" destOrd="0" presId="urn:microsoft.com/office/officeart/2005/8/layout/hChevron3"/>
    <dgm:cxn modelId="{935A0BA6-230F-AA43-AE9B-53F21C19E3FF}" type="presParOf" srcId="{862BE558-7437-CD40-914D-68D8FD20582B}" destId="{7905D87D-6EB6-6E46-8EB2-73368B283559}" srcOrd="1" destOrd="0" presId="urn:microsoft.com/office/officeart/2005/8/layout/hChevron3"/>
    <dgm:cxn modelId="{BF7BC79A-9968-B643-BE17-3933190A1695}" type="presParOf" srcId="{862BE558-7437-CD40-914D-68D8FD20582B}" destId="{D31791B7-11C2-4A45-8DB9-A2D760704D2F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87BA13A-039A-4177-8FEC-258FC01508C4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0AE0FFC-C481-48A9-92B0-6485BC09CB97}">
      <dgm:prSet/>
      <dgm:spPr/>
      <dgm:t>
        <a:bodyPr/>
        <a:lstStyle/>
        <a:p>
          <a:r>
            <a:rPr lang="en-US"/>
            <a:t>Dashboard N1 : Vue opérationnelle</a:t>
          </a:r>
        </a:p>
      </dgm:t>
    </dgm:pt>
    <dgm:pt modelId="{5353B03C-DD26-403E-8B13-C69EAAD527BF}" type="parTrans" cxnId="{3ACB2F99-7A9F-41BD-911E-88F1601B9F68}">
      <dgm:prSet/>
      <dgm:spPr/>
      <dgm:t>
        <a:bodyPr/>
        <a:lstStyle/>
        <a:p>
          <a:endParaRPr lang="en-US"/>
        </a:p>
      </dgm:t>
    </dgm:pt>
    <dgm:pt modelId="{6404604D-3DEA-4BD6-AEA4-0AAB27295947}" type="sibTrans" cxnId="{3ACB2F99-7A9F-41BD-911E-88F1601B9F68}">
      <dgm:prSet/>
      <dgm:spPr/>
      <dgm:t>
        <a:bodyPr/>
        <a:lstStyle/>
        <a:p>
          <a:endParaRPr lang="en-US"/>
        </a:p>
      </dgm:t>
    </dgm:pt>
    <dgm:pt modelId="{88263E82-6925-418A-B1C2-AE7C40ED654C}">
      <dgm:prSet/>
      <dgm:spPr/>
      <dgm:t>
        <a:bodyPr/>
        <a:lstStyle/>
        <a:p>
          <a:r>
            <a:rPr lang="en-US"/>
            <a:t>- Statut service</a:t>
          </a:r>
        </a:p>
      </dgm:t>
    </dgm:pt>
    <dgm:pt modelId="{7D13D225-AE9B-4D34-AC13-4F54775CE10C}" type="parTrans" cxnId="{29A0926A-84DF-46D8-99D1-DC79B455ABA5}">
      <dgm:prSet/>
      <dgm:spPr/>
      <dgm:t>
        <a:bodyPr/>
        <a:lstStyle/>
        <a:p>
          <a:endParaRPr lang="en-US"/>
        </a:p>
      </dgm:t>
    </dgm:pt>
    <dgm:pt modelId="{077F51FA-86A1-4196-99B4-44933968EDC9}" type="sibTrans" cxnId="{29A0926A-84DF-46D8-99D1-DC79B455ABA5}">
      <dgm:prSet/>
      <dgm:spPr/>
      <dgm:t>
        <a:bodyPr/>
        <a:lstStyle/>
        <a:p>
          <a:endParaRPr lang="en-US"/>
        </a:p>
      </dgm:t>
    </dgm:pt>
    <dgm:pt modelId="{07A99EB9-9332-4D87-BFF8-17AC04D2620D}">
      <dgm:prSet/>
      <dgm:spPr/>
      <dgm:t>
        <a:bodyPr/>
        <a:lstStyle/>
        <a:p>
          <a:r>
            <a:rPr lang="en-US"/>
            <a:t>- Trafic</a:t>
          </a:r>
        </a:p>
      </dgm:t>
    </dgm:pt>
    <dgm:pt modelId="{B3D42AAF-95AE-444C-9632-E2B5B8C99D5C}" type="parTrans" cxnId="{4340BF19-3840-41B0-9AE0-CE25BB648A5E}">
      <dgm:prSet/>
      <dgm:spPr/>
      <dgm:t>
        <a:bodyPr/>
        <a:lstStyle/>
        <a:p>
          <a:endParaRPr lang="en-US"/>
        </a:p>
      </dgm:t>
    </dgm:pt>
    <dgm:pt modelId="{7CB0AD5D-814C-4A3C-B5E2-BD8C3A7B2ED2}" type="sibTrans" cxnId="{4340BF19-3840-41B0-9AE0-CE25BB648A5E}">
      <dgm:prSet/>
      <dgm:spPr/>
      <dgm:t>
        <a:bodyPr/>
        <a:lstStyle/>
        <a:p>
          <a:endParaRPr lang="en-US"/>
        </a:p>
      </dgm:t>
    </dgm:pt>
    <dgm:pt modelId="{5CDB3AAB-B03E-49FF-9D0C-D9DDED61D238}">
      <dgm:prSet/>
      <dgm:spPr/>
      <dgm:t>
        <a:bodyPr/>
        <a:lstStyle/>
        <a:p>
          <a:r>
            <a:rPr lang="en-US"/>
            <a:t>- Taux d’erreurs</a:t>
          </a:r>
        </a:p>
      </dgm:t>
    </dgm:pt>
    <dgm:pt modelId="{FF434CF9-5356-402D-A1E5-1A36374F6217}" type="parTrans" cxnId="{EC255FC4-F099-4864-9E48-34C53A514C8E}">
      <dgm:prSet/>
      <dgm:spPr/>
      <dgm:t>
        <a:bodyPr/>
        <a:lstStyle/>
        <a:p>
          <a:endParaRPr lang="en-US"/>
        </a:p>
      </dgm:t>
    </dgm:pt>
    <dgm:pt modelId="{1E8FFC76-5199-4E4A-A841-F52A7AD0985D}" type="sibTrans" cxnId="{EC255FC4-F099-4864-9E48-34C53A514C8E}">
      <dgm:prSet/>
      <dgm:spPr/>
      <dgm:t>
        <a:bodyPr/>
        <a:lstStyle/>
        <a:p>
          <a:endParaRPr lang="en-US"/>
        </a:p>
      </dgm:t>
    </dgm:pt>
    <dgm:pt modelId="{0CA0371B-69FC-4FE7-911E-2FF129F47126}">
      <dgm:prSet/>
      <dgm:spPr/>
      <dgm:t>
        <a:bodyPr/>
        <a:lstStyle/>
        <a:p>
          <a:r>
            <a:rPr lang="en-US"/>
            <a:t>- Latence p95</a:t>
          </a:r>
        </a:p>
      </dgm:t>
    </dgm:pt>
    <dgm:pt modelId="{8A378833-1FF4-45CB-9088-104E45844823}" type="parTrans" cxnId="{FAA40917-CDF5-4F98-B41B-F18BE5043B3E}">
      <dgm:prSet/>
      <dgm:spPr/>
      <dgm:t>
        <a:bodyPr/>
        <a:lstStyle/>
        <a:p>
          <a:endParaRPr lang="en-US"/>
        </a:p>
      </dgm:t>
    </dgm:pt>
    <dgm:pt modelId="{E309413E-1C55-4BEB-AD99-AA3FF9BF7AA1}" type="sibTrans" cxnId="{FAA40917-CDF5-4F98-B41B-F18BE5043B3E}">
      <dgm:prSet/>
      <dgm:spPr/>
      <dgm:t>
        <a:bodyPr/>
        <a:lstStyle/>
        <a:p>
          <a:endParaRPr lang="en-US"/>
        </a:p>
      </dgm:t>
    </dgm:pt>
    <dgm:pt modelId="{7E517A55-9A4E-4783-A797-21AD01AFAF1C}">
      <dgm:prSet/>
      <dgm:spPr/>
      <dgm:t>
        <a:bodyPr/>
        <a:lstStyle/>
        <a:p>
          <a:r>
            <a:rPr lang="en-US"/>
            <a:t>- Top endpoints</a:t>
          </a:r>
        </a:p>
      </dgm:t>
    </dgm:pt>
    <dgm:pt modelId="{A036327D-2D2B-4ACC-B912-E8C523845A63}" type="parTrans" cxnId="{98D296FF-87BD-4623-B98A-9D415559B216}">
      <dgm:prSet/>
      <dgm:spPr/>
      <dgm:t>
        <a:bodyPr/>
        <a:lstStyle/>
        <a:p>
          <a:endParaRPr lang="en-US"/>
        </a:p>
      </dgm:t>
    </dgm:pt>
    <dgm:pt modelId="{A9829A1A-94DF-40A5-8920-39690102F663}" type="sibTrans" cxnId="{98D296FF-87BD-4623-B98A-9D415559B216}">
      <dgm:prSet/>
      <dgm:spPr/>
      <dgm:t>
        <a:bodyPr/>
        <a:lstStyle/>
        <a:p>
          <a:endParaRPr lang="en-US"/>
        </a:p>
      </dgm:t>
    </dgm:pt>
    <dgm:pt modelId="{963730C3-7BFC-4513-B3E7-4DBFDB3EC8FE}">
      <dgm:prSet/>
      <dgm:spPr/>
      <dgm:t>
        <a:bodyPr/>
        <a:lstStyle/>
        <a:p>
          <a:r>
            <a:rPr lang="en-US"/>
            <a:t>Dashboard N2 : Diagnostic infrastructure</a:t>
          </a:r>
        </a:p>
      </dgm:t>
    </dgm:pt>
    <dgm:pt modelId="{0186AA93-0F8D-4639-BBAD-B322455D25D0}" type="parTrans" cxnId="{818338B3-D839-4C73-A922-EAE2060360BD}">
      <dgm:prSet/>
      <dgm:spPr/>
      <dgm:t>
        <a:bodyPr/>
        <a:lstStyle/>
        <a:p>
          <a:endParaRPr lang="en-US"/>
        </a:p>
      </dgm:t>
    </dgm:pt>
    <dgm:pt modelId="{6FC869DE-E5D7-4945-9E95-A512D47F482A}" type="sibTrans" cxnId="{818338B3-D839-4C73-A922-EAE2060360BD}">
      <dgm:prSet/>
      <dgm:spPr/>
      <dgm:t>
        <a:bodyPr/>
        <a:lstStyle/>
        <a:p>
          <a:endParaRPr lang="en-US"/>
        </a:p>
      </dgm:t>
    </dgm:pt>
    <dgm:pt modelId="{C9D37B14-64A4-40D9-AC8F-3AC5DDEEE0DA}">
      <dgm:prSet/>
      <dgm:spPr/>
      <dgm:t>
        <a:bodyPr/>
        <a:lstStyle/>
        <a:p>
          <a:r>
            <a:rPr lang="en-US"/>
            <a:t>- CPU</a:t>
          </a:r>
        </a:p>
      </dgm:t>
    </dgm:pt>
    <dgm:pt modelId="{AF0DC20A-B123-436D-B71D-8DA9B03EF7E3}" type="parTrans" cxnId="{8D881110-5E2E-4875-B5E5-61FD0CF36758}">
      <dgm:prSet/>
      <dgm:spPr/>
      <dgm:t>
        <a:bodyPr/>
        <a:lstStyle/>
        <a:p>
          <a:endParaRPr lang="en-US"/>
        </a:p>
      </dgm:t>
    </dgm:pt>
    <dgm:pt modelId="{C1941BF5-586B-4023-BD10-BF93943A20AD}" type="sibTrans" cxnId="{8D881110-5E2E-4875-B5E5-61FD0CF36758}">
      <dgm:prSet/>
      <dgm:spPr/>
      <dgm:t>
        <a:bodyPr/>
        <a:lstStyle/>
        <a:p>
          <a:endParaRPr lang="en-US"/>
        </a:p>
      </dgm:t>
    </dgm:pt>
    <dgm:pt modelId="{63988864-7F75-4FD6-9A9A-F411E0637444}">
      <dgm:prSet/>
      <dgm:spPr/>
      <dgm:t>
        <a:bodyPr/>
        <a:lstStyle/>
        <a:p>
          <a:r>
            <a:rPr lang="en-US"/>
            <a:t>- RAM</a:t>
          </a:r>
        </a:p>
      </dgm:t>
    </dgm:pt>
    <dgm:pt modelId="{58A093FB-B861-493C-98B0-A9BCD7F8CED8}" type="parTrans" cxnId="{7A55CF9E-E3D7-41CC-AFAE-2904D99A20C6}">
      <dgm:prSet/>
      <dgm:spPr/>
      <dgm:t>
        <a:bodyPr/>
        <a:lstStyle/>
        <a:p>
          <a:endParaRPr lang="en-US"/>
        </a:p>
      </dgm:t>
    </dgm:pt>
    <dgm:pt modelId="{F57A4A0A-520C-422B-89CD-676248971AA6}" type="sibTrans" cxnId="{7A55CF9E-E3D7-41CC-AFAE-2904D99A20C6}">
      <dgm:prSet/>
      <dgm:spPr/>
      <dgm:t>
        <a:bodyPr/>
        <a:lstStyle/>
        <a:p>
          <a:endParaRPr lang="en-US"/>
        </a:p>
      </dgm:t>
    </dgm:pt>
    <dgm:pt modelId="{D2519F57-5DBF-476C-B1B9-B46473411C84}">
      <dgm:prSet/>
      <dgm:spPr/>
      <dgm:t>
        <a:bodyPr/>
        <a:lstStyle/>
        <a:p>
          <a:r>
            <a:rPr lang="en-US"/>
            <a:t>- Disque</a:t>
          </a:r>
        </a:p>
      </dgm:t>
    </dgm:pt>
    <dgm:pt modelId="{E4FDC929-CF0C-433A-8091-7E61B910B5E0}" type="parTrans" cxnId="{2DD4FD38-DC2D-496F-8992-538585237E3A}">
      <dgm:prSet/>
      <dgm:spPr/>
      <dgm:t>
        <a:bodyPr/>
        <a:lstStyle/>
        <a:p>
          <a:endParaRPr lang="en-US"/>
        </a:p>
      </dgm:t>
    </dgm:pt>
    <dgm:pt modelId="{BEC75207-2968-4F9E-8F14-FFB321C631FA}" type="sibTrans" cxnId="{2DD4FD38-DC2D-496F-8992-538585237E3A}">
      <dgm:prSet/>
      <dgm:spPr/>
      <dgm:t>
        <a:bodyPr/>
        <a:lstStyle/>
        <a:p>
          <a:endParaRPr lang="en-US"/>
        </a:p>
      </dgm:t>
    </dgm:pt>
    <dgm:pt modelId="{BFBEE80F-63C2-4816-9414-A1C5A1B06102}">
      <dgm:prSet/>
      <dgm:spPr/>
      <dgm:t>
        <a:bodyPr/>
        <a:lstStyle/>
        <a:p>
          <a:r>
            <a:rPr lang="en-US"/>
            <a:t>- Réseau</a:t>
          </a:r>
        </a:p>
      </dgm:t>
    </dgm:pt>
    <dgm:pt modelId="{7FE6A8F4-BEB1-4130-844B-AF63D4178ED5}" type="parTrans" cxnId="{6107523C-2569-4E4B-B805-F2DB12777410}">
      <dgm:prSet/>
      <dgm:spPr/>
      <dgm:t>
        <a:bodyPr/>
        <a:lstStyle/>
        <a:p>
          <a:endParaRPr lang="en-US"/>
        </a:p>
      </dgm:t>
    </dgm:pt>
    <dgm:pt modelId="{7AD8347F-19CC-4A30-9F1F-432EF0D22546}" type="sibTrans" cxnId="{6107523C-2569-4E4B-B805-F2DB12777410}">
      <dgm:prSet/>
      <dgm:spPr/>
      <dgm:t>
        <a:bodyPr/>
        <a:lstStyle/>
        <a:p>
          <a:endParaRPr lang="en-US"/>
        </a:p>
      </dgm:t>
    </dgm:pt>
    <dgm:pt modelId="{A6EAAA41-9573-47B5-BFD1-2E9886DD62CB}">
      <dgm:prSet/>
      <dgm:spPr/>
      <dgm:t>
        <a:bodyPr/>
        <a:lstStyle/>
        <a:p>
          <a:r>
            <a:rPr lang="en-US"/>
            <a:t>Objectif : 1 écran = 1 message clair.</a:t>
          </a:r>
        </a:p>
      </dgm:t>
    </dgm:pt>
    <dgm:pt modelId="{7001BF3F-3A82-4822-9FA2-C07FDDE01FB4}" type="parTrans" cxnId="{E829F3E0-E2AB-40A4-B477-748DCB61E6EE}">
      <dgm:prSet/>
      <dgm:spPr/>
      <dgm:t>
        <a:bodyPr/>
        <a:lstStyle/>
        <a:p>
          <a:endParaRPr lang="en-US"/>
        </a:p>
      </dgm:t>
    </dgm:pt>
    <dgm:pt modelId="{BCCBD928-7924-4882-8CF0-EBA1D1B539DE}" type="sibTrans" cxnId="{E829F3E0-E2AB-40A4-B477-748DCB61E6EE}">
      <dgm:prSet/>
      <dgm:spPr/>
      <dgm:t>
        <a:bodyPr/>
        <a:lstStyle/>
        <a:p>
          <a:endParaRPr lang="en-US"/>
        </a:p>
      </dgm:t>
    </dgm:pt>
    <dgm:pt modelId="{26587560-8FD8-654D-A02E-EB1262F1E6B6}" type="pres">
      <dgm:prSet presAssocID="{287BA13A-039A-4177-8FEC-258FC01508C4}" presName="linear" presStyleCnt="0">
        <dgm:presLayoutVars>
          <dgm:dir/>
          <dgm:animLvl val="lvl"/>
          <dgm:resizeHandles val="exact"/>
        </dgm:presLayoutVars>
      </dgm:prSet>
      <dgm:spPr/>
    </dgm:pt>
    <dgm:pt modelId="{32A63261-5599-EE48-B8C5-EB1DAFDD265F}" type="pres">
      <dgm:prSet presAssocID="{60AE0FFC-C481-48A9-92B0-6485BC09CB97}" presName="parentLin" presStyleCnt="0"/>
      <dgm:spPr/>
    </dgm:pt>
    <dgm:pt modelId="{26BDD03A-CCF0-3E47-B7C3-605F324DE295}" type="pres">
      <dgm:prSet presAssocID="{60AE0FFC-C481-48A9-92B0-6485BC09CB97}" presName="parentLeftMargin" presStyleLbl="node1" presStyleIdx="0" presStyleCnt="3"/>
      <dgm:spPr/>
    </dgm:pt>
    <dgm:pt modelId="{D168AE96-8537-2E47-AA78-D585B587E52A}" type="pres">
      <dgm:prSet presAssocID="{60AE0FFC-C481-48A9-92B0-6485BC09CB9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19365E-DEC3-B641-8594-FE80023A2948}" type="pres">
      <dgm:prSet presAssocID="{60AE0FFC-C481-48A9-92B0-6485BC09CB97}" presName="negativeSpace" presStyleCnt="0"/>
      <dgm:spPr/>
    </dgm:pt>
    <dgm:pt modelId="{6987824F-E962-C94D-813A-678A50B83F7A}" type="pres">
      <dgm:prSet presAssocID="{60AE0FFC-C481-48A9-92B0-6485BC09CB97}" presName="childText" presStyleLbl="conFgAcc1" presStyleIdx="0" presStyleCnt="3">
        <dgm:presLayoutVars>
          <dgm:bulletEnabled val="1"/>
        </dgm:presLayoutVars>
      </dgm:prSet>
      <dgm:spPr/>
    </dgm:pt>
    <dgm:pt modelId="{375759C1-080B-9740-893B-82566C941153}" type="pres">
      <dgm:prSet presAssocID="{6404604D-3DEA-4BD6-AEA4-0AAB27295947}" presName="spaceBetweenRectangles" presStyleCnt="0"/>
      <dgm:spPr/>
    </dgm:pt>
    <dgm:pt modelId="{62C54C6A-5580-7E43-ABD6-D0CBEEF2863B}" type="pres">
      <dgm:prSet presAssocID="{963730C3-7BFC-4513-B3E7-4DBFDB3EC8FE}" presName="parentLin" presStyleCnt="0"/>
      <dgm:spPr/>
    </dgm:pt>
    <dgm:pt modelId="{8E9CE67F-4F41-B848-B182-8D5E3840380A}" type="pres">
      <dgm:prSet presAssocID="{963730C3-7BFC-4513-B3E7-4DBFDB3EC8FE}" presName="parentLeftMargin" presStyleLbl="node1" presStyleIdx="0" presStyleCnt="3"/>
      <dgm:spPr/>
    </dgm:pt>
    <dgm:pt modelId="{1D03BD9E-AC11-AF41-94C8-D48F1C1F162E}" type="pres">
      <dgm:prSet presAssocID="{963730C3-7BFC-4513-B3E7-4DBFDB3EC8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2F242E6-193E-7F41-914D-60FC7F9B138B}" type="pres">
      <dgm:prSet presAssocID="{963730C3-7BFC-4513-B3E7-4DBFDB3EC8FE}" presName="negativeSpace" presStyleCnt="0"/>
      <dgm:spPr/>
    </dgm:pt>
    <dgm:pt modelId="{0FA517F9-12F4-364D-B529-84B174D65418}" type="pres">
      <dgm:prSet presAssocID="{963730C3-7BFC-4513-B3E7-4DBFDB3EC8FE}" presName="childText" presStyleLbl="conFgAcc1" presStyleIdx="1" presStyleCnt="3">
        <dgm:presLayoutVars>
          <dgm:bulletEnabled val="1"/>
        </dgm:presLayoutVars>
      </dgm:prSet>
      <dgm:spPr/>
    </dgm:pt>
    <dgm:pt modelId="{35B68197-54F2-3847-92DB-611DAC3E1B94}" type="pres">
      <dgm:prSet presAssocID="{6FC869DE-E5D7-4945-9E95-A512D47F482A}" presName="spaceBetweenRectangles" presStyleCnt="0"/>
      <dgm:spPr/>
    </dgm:pt>
    <dgm:pt modelId="{4CEAE095-E2FB-F449-9E3C-F3639569B714}" type="pres">
      <dgm:prSet presAssocID="{A6EAAA41-9573-47B5-BFD1-2E9886DD62CB}" presName="parentLin" presStyleCnt="0"/>
      <dgm:spPr/>
    </dgm:pt>
    <dgm:pt modelId="{A6FDAA73-994B-FC49-8646-F4E63C6D48FA}" type="pres">
      <dgm:prSet presAssocID="{A6EAAA41-9573-47B5-BFD1-2E9886DD62CB}" presName="parentLeftMargin" presStyleLbl="node1" presStyleIdx="1" presStyleCnt="3"/>
      <dgm:spPr/>
    </dgm:pt>
    <dgm:pt modelId="{03B50893-5358-BB41-91DA-D73AD6E6277E}" type="pres">
      <dgm:prSet presAssocID="{A6EAAA41-9573-47B5-BFD1-2E9886DD62C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D700DC8-D3B6-F740-9861-BA1D32C6637C}" type="pres">
      <dgm:prSet presAssocID="{A6EAAA41-9573-47B5-BFD1-2E9886DD62CB}" presName="negativeSpace" presStyleCnt="0"/>
      <dgm:spPr/>
    </dgm:pt>
    <dgm:pt modelId="{24B126A4-333C-9143-A7D9-C221EA5EEAF9}" type="pres">
      <dgm:prSet presAssocID="{A6EAAA41-9573-47B5-BFD1-2E9886DD62C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BD46C01-BC83-A647-92AE-570345870EF6}" type="presOf" srcId="{A6EAAA41-9573-47B5-BFD1-2E9886DD62CB}" destId="{A6FDAA73-994B-FC49-8646-F4E63C6D48FA}" srcOrd="0" destOrd="0" presId="urn:microsoft.com/office/officeart/2005/8/layout/list1"/>
    <dgm:cxn modelId="{8D881110-5E2E-4875-B5E5-61FD0CF36758}" srcId="{963730C3-7BFC-4513-B3E7-4DBFDB3EC8FE}" destId="{C9D37B14-64A4-40D9-AC8F-3AC5DDEEE0DA}" srcOrd="0" destOrd="0" parTransId="{AF0DC20A-B123-436D-B71D-8DA9B03EF7E3}" sibTransId="{C1941BF5-586B-4023-BD10-BF93943A20AD}"/>
    <dgm:cxn modelId="{32D62316-461B-BC48-A615-7D930550ABF5}" type="presOf" srcId="{60AE0FFC-C481-48A9-92B0-6485BC09CB97}" destId="{26BDD03A-CCF0-3E47-B7C3-605F324DE295}" srcOrd="0" destOrd="0" presId="urn:microsoft.com/office/officeart/2005/8/layout/list1"/>
    <dgm:cxn modelId="{FAA40917-CDF5-4F98-B41B-F18BE5043B3E}" srcId="{60AE0FFC-C481-48A9-92B0-6485BC09CB97}" destId="{0CA0371B-69FC-4FE7-911E-2FF129F47126}" srcOrd="3" destOrd="0" parTransId="{8A378833-1FF4-45CB-9088-104E45844823}" sibTransId="{E309413E-1C55-4BEB-AD99-AA3FF9BF7AA1}"/>
    <dgm:cxn modelId="{4340BF19-3840-41B0-9AE0-CE25BB648A5E}" srcId="{60AE0FFC-C481-48A9-92B0-6485BC09CB97}" destId="{07A99EB9-9332-4D87-BFF8-17AC04D2620D}" srcOrd="1" destOrd="0" parTransId="{B3D42AAF-95AE-444C-9632-E2B5B8C99D5C}" sibTransId="{7CB0AD5D-814C-4A3C-B5E2-BD8C3A7B2ED2}"/>
    <dgm:cxn modelId="{2DD4FD38-DC2D-496F-8992-538585237E3A}" srcId="{963730C3-7BFC-4513-B3E7-4DBFDB3EC8FE}" destId="{D2519F57-5DBF-476C-B1B9-B46473411C84}" srcOrd="2" destOrd="0" parTransId="{E4FDC929-CF0C-433A-8091-7E61B910B5E0}" sibTransId="{BEC75207-2968-4F9E-8F14-FFB321C631FA}"/>
    <dgm:cxn modelId="{6107523C-2569-4E4B-B805-F2DB12777410}" srcId="{963730C3-7BFC-4513-B3E7-4DBFDB3EC8FE}" destId="{BFBEE80F-63C2-4816-9414-A1C5A1B06102}" srcOrd="3" destOrd="0" parTransId="{7FE6A8F4-BEB1-4130-844B-AF63D4178ED5}" sibTransId="{7AD8347F-19CC-4A30-9F1F-432EF0D22546}"/>
    <dgm:cxn modelId="{C831BC3D-6323-7645-BB16-DC0101492F29}" type="presOf" srcId="{60AE0FFC-C481-48A9-92B0-6485BC09CB97}" destId="{D168AE96-8537-2E47-AA78-D585B587E52A}" srcOrd="1" destOrd="0" presId="urn:microsoft.com/office/officeart/2005/8/layout/list1"/>
    <dgm:cxn modelId="{48D89F46-2307-C444-ACA1-3B51E86C1D48}" type="presOf" srcId="{88263E82-6925-418A-B1C2-AE7C40ED654C}" destId="{6987824F-E962-C94D-813A-678A50B83F7A}" srcOrd="0" destOrd="0" presId="urn:microsoft.com/office/officeart/2005/8/layout/list1"/>
    <dgm:cxn modelId="{E5D6894A-C3D4-E44D-955B-2407E68CF975}" type="presOf" srcId="{963730C3-7BFC-4513-B3E7-4DBFDB3EC8FE}" destId="{1D03BD9E-AC11-AF41-94C8-D48F1C1F162E}" srcOrd="1" destOrd="0" presId="urn:microsoft.com/office/officeart/2005/8/layout/list1"/>
    <dgm:cxn modelId="{837F0651-8E4F-E34A-896F-0B484673F0F5}" type="presOf" srcId="{287BA13A-039A-4177-8FEC-258FC01508C4}" destId="{26587560-8FD8-654D-A02E-EB1262F1E6B6}" srcOrd="0" destOrd="0" presId="urn:microsoft.com/office/officeart/2005/8/layout/list1"/>
    <dgm:cxn modelId="{B2035852-D001-CD44-AB43-F8220F5FABC9}" type="presOf" srcId="{C9D37B14-64A4-40D9-AC8F-3AC5DDEEE0DA}" destId="{0FA517F9-12F4-364D-B529-84B174D65418}" srcOrd="0" destOrd="0" presId="urn:microsoft.com/office/officeart/2005/8/layout/list1"/>
    <dgm:cxn modelId="{7A164A5A-790F-5943-AFB6-867AF38BE451}" type="presOf" srcId="{0CA0371B-69FC-4FE7-911E-2FF129F47126}" destId="{6987824F-E962-C94D-813A-678A50B83F7A}" srcOrd="0" destOrd="3" presId="urn:microsoft.com/office/officeart/2005/8/layout/list1"/>
    <dgm:cxn modelId="{C24E2D69-7F30-F242-AB19-AC9A44B35C1D}" type="presOf" srcId="{07A99EB9-9332-4D87-BFF8-17AC04D2620D}" destId="{6987824F-E962-C94D-813A-678A50B83F7A}" srcOrd="0" destOrd="1" presId="urn:microsoft.com/office/officeart/2005/8/layout/list1"/>
    <dgm:cxn modelId="{29A0926A-84DF-46D8-99D1-DC79B455ABA5}" srcId="{60AE0FFC-C481-48A9-92B0-6485BC09CB97}" destId="{88263E82-6925-418A-B1C2-AE7C40ED654C}" srcOrd="0" destOrd="0" parTransId="{7D13D225-AE9B-4D34-AC13-4F54775CE10C}" sibTransId="{077F51FA-86A1-4196-99B4-44933968EDC9}"/>
    <dgm:cxn modelId="{CE6B4872-8E61-9C44-A320-934E49EC98D3}" type="presOf" srcId="{A6EAAA41-9573-47B5-BFD1-2E9886DD62CB}" destId="{03B50893-5358-BB41-91DA-D73AD6E6277E}" srcOrd="1" destOrd="0" presId="urn:microsoft.com/office/officeart/2005/8/layout/list1"/>
    <dgm:cxn modelId="{2069377C-23F1-1F48-A0F6-5D4F063AE024}" type="presOf" srcId="{963730C3-7BFC-4513-B3E7-4DBFDB3EC8FE}" destId="{8E9CE67F-4F41-B848-B182-8D5E3840380A}" srcOrd="0" destOrd="0" presId="urn:microsoft.com/office/officeart/2005/8/layout/list1"/>
    <dgm:cxn modelId="{3ACB2F99-7A9F-41BD-911E-88F1601B9F68}" srcId="{287BA13A-039A-4177-8FEC-258FC01508C4}" destId="{60AE0FFC-C481-48A9-92B0-6485BC09CB97}" srcOrd="0" destOrd="0" parTransId="{5353B03C-DD26-403E-8B13-C69EAAD527BF}" sibTransId="{6404604D-3DEA-4BD6-AEA4-0AAB27295947}"/>
    <dgm:cxn modelId="{7A55CF9E-E3D7-41CC-AFAE-2904D99A20C6}" srcId="{963730C3-7BFC-4513-B3E7-4DBFDB3EC8FE}" destId="{63988864-7F75-4FD6-9A9A-F411E0637444}" srcOrd="1" destOrd="0" parTransId="{58A093FB-B861-493C-98B0-A9BCD7F8CED8}" sibTransId="{F57A4A0A-520C-422B-89CD-676248971AA6}"/>
    <dgm:cxn modelId="{2DC78FA1-DB15-CA4F-82D1-95777114B57B}" type="presOf" srcId="{5CDB3AAB-B03E-49FF-9D0C-D9DDED61D238}" destId="{6987824F-E962-C94D-813A-678A50B83F7A}" srcOrd="0" destOrd="2" presId="urn:microsoft.com/office/officeart/2005/8/layout/list1"/>
    <dgm:cxn modelId="{D3E21BA9-60D8-5841-8A9D-554223D8FBCE}" type="presOf" srcId="{63988864-7F75-4FD6-9A9A-F411E0637444}" destId="{0FA517F9-12F4-364D-B529-84B174D65418}" srcOrd="0" destOrd="1" presId="urn:microsoft.com/office/officeart/2005/8/layout/list1"/>
    <dgm:cxn modelId="{818338B3-D839-4C73-A922-EAE2060360BD}" srcId="{287BA13A-039A-4177-8FEC-258FC01508C4}" destId="{963730C3-7BFC-4513-B3E7-4DBFDB3EC8FE}" srcOrd="1" destOrd="0" parTransId="{0186AA93-0F8D-4639-BBAD-B322455D25D0}" sibTransId="{6FC869DE-E5D7-4945-9E95-A512D47F482A}"/>
    <dgm:cxn modelId="{9C9F73C3-775D-0747-AFDA-917CFC70FAD9}" type="presOf" srcId="{D2519F57-5DBF-476C-B1B9-B46473411C84}" destId="{0FA517F9-12F4-364D-B529-84B174D65418}" srcOrd="0" destOrd="2" presId="urn:microsoft.com/office/officeart/2005/8/layout/list1"/>
    <dgm:cxn modelId="{EC255FC4-F099-4864-9E48-34C53A514C8E}" srcId="{60AE0FFC-C481-48A9-92B0-6485BC09CB97}" destId="{5CDB3AAB-B03E-49FF-9D0C-D9DDED61D238}" srcOrd="2" destOrd="0" parTransId="{FF434CF9-5356-402D-A1E5-1A36374F6217}" sibTransId="{1E8FFC76-5199-4E4A-A841-F52A7AD0985D}"/>
    <dgm:cxn modelId="{6B1B1BD9-F6A6-C143-A9C6-9B94A861099D}" type="presOf" srcId="{7E517A55-9A4E-4783-A797-21AD01AFAF1C}" destId="{6987824F-E962-C94D-813A-678A50B83F7A}" srcOrd="0" destOrd="4" presId="urn:microsoft.com/office/officeart/2005/8/layout/list1"/>
    <dgm:cxn modelId="{E829F3E0-E2AB-40A4-B477-748DCB61E6EE}" srcId="{287BA13A-039A-4177-8FEC-258FC01508C4}" destId="{A6EAAA41-9573-47B5-BFD1-2E9886DD62CB}" srcOrd="2" destOrd="0" parTransId="{7001BF3F-3A82-4822-9FA2-C07FDDE01FB4}" sibTransId="{BCCBD928-7924-4882-8CF0-EBA1D1B539DE}"/>
    <dgm:cxn modelId="{9EA93DE5-B1DD-3E48-91E5-3584E2E55DF2}" type="presOf" srcId="{BFBEE80F-63C2-4816-9414-A1C5A1B06102}" destId="{0FA517F9-12F4-364D-B529-84B174D65418}" srcOrd="0" destOrd="3" presId="urn:microsoft.com/office/officeart/2005/8/layout/list1"/>
    <dgm:cxn modelId="{98D296FF-87BD-4623-B98A-9D415559B216}" srcId="{60AE0FFC-C481-48A9-92B0-6485BC09CB97}" destId="{7E517A55-9A4E-4783-A797-21AD01AFAF1C}" srcOrd="4" destOrd="0" parTransId="{A036327D-2D2B-4ACC-B912-E8C523845A63}" sibTransId="{A9829A1A-94DF-40A5-8920-39690102F663}"/>
    <dgm:cxn modelId="{03E94A22-0A43-F74F-99B6-F41D977709F1}" type="presParOf" srcId="{26587560-8FD8-654D-A02E-EB1262F1E6B6}" destId="{32A63261-5599-EE48-B8C5-EB1DAFDD265F}" srcOrd="0" destOrd="0" presId="urn:microsoft.com/office/officeart/2005/8/layout/list1"/>
    <dgm:cxn modelId="{D96F1E27-9B01-5F4F-8113-98C3D8057E75}" type="presParOf" srcId="{32A63261-5599-EE48-B8C5-EB1DAFDD265F}" destId="{26BDD03A-CCF0-3E47-B7C3-605F324DE295}" srcOrd="0" destOrd="0" presId="urn:microsoft.com/office/officeart/2005/8/layout/list1"/>
    <dgm:cxn modelId="{D78EAF09-A240-7E47-AF12-FCB690D3C320}" type="presParOf" srcId="{32A63261-5599-EE48-B8C5-EB1DAFDD265F}" destId="{D168AE96-8537-2E47-AA78-D585B587E52A}" srcOrd="1" destOrd="0" presId="urn:microsoft.com/office/officeart/2005/8/layout/list1"/>
    <dgm:cxn modelId="{D99429AD-AA8C-8F45-ABA5-9C50642054B7}" type="presParOf" srcId="{26587560-8FD8-654D-A02E-EB1262F1E6B6}" destId="{BC19365E-DEC3-B641-8594-FE80023A2948}" srcOrd="1" destOrd="0" presId="urn:microsoft.com/office/officeart/2005/8/layout/list1"/>
    <dgm:cxn modelId="{64B4A2A4-E408-8A4E-8730-F023100261C6}" type="presParOf" srcId="{26587560-8FD8-654D-A02E-EB1262F1E6B6}" destId="{6987824F-E962-C94D-813A-678A50B83F7A}" srcOrd="2" destOrd="0" presId="urn:microsoft.com/office/officeart/2005/8/layout/list1"/>
    <dgm:cxn modelId="{F9A029EE-63DC-4A4D-ABB1-63ED8B70BE18}" type="presParOf" srcId="{26587560-8FD8-654D-A02E-EB1262F1E6B6}" destId="{375759C1-080B-9740-893B-82566C941153}" srcOrd="3" destOrd="0" presId="urn:microsoft.com/office/officeart/2005/8/layout/list1"/>
    <dgm:cxn modelId="{B379F88B-DB67-8746-87FA-A2431207B06E}" type="presParOf" srcId="{26587560-8FD8-654D-A02E-EB1262F1E6B6}" destId="{62C54C6A-5580-7E43-ABD6-D0CBEEF2863B}" srcOrd="4" destOrd="0" presId="urn:microsoft.com/office/officeart/2005/8/layout/list1"/>
    <dgm:cxn modelId="{FE80117E-9362-274E-AA81-C7900E9C8DD9}" type="presParOf" srcId="{62C54C6A-5580-7E43-ABD6-D0CBEEF2863B}" destId="{8E9CE67F-4F41-B848-B182-8D5E3840380A}" srcOrd="0" destOrd="0" presId="urn:microsoft.com/office/officeart/2005/8/layout/list1"/>
    <dgm:cxn modelId="{C365D508-38AB-FC47-AFB6-56BAE22A6785}" type="presParOf" srcId="{62C54C6A-5580-7E43-ABD6-D0CBEEF2863B}" destId="{1D03BD9E-AC11-AF41-94C8-D48F1C1F162E}" srcOrd="1" destOrd="0" presId="urn:microsoft.com/office/officeart/2005/8/layout/list1"/>
    <dgm:cxn modelId="{49C867AB-2F64-BC4E-9406-802C115DAD3D}" type="presParOf" srcId="{26587560-8FD8-654D-A02E-EB1262F1E6B6}" destId="{D2F242E6-193E-7F41-914D-60FC7F9B138B}" srcOrd="5" destOrd="0" presId="urn:microsoft.com/office/officeart/2005/8/layout/list1"/>
    <dgm:cxn modelId="{296E475C-423C-B240-B890-91A90E708FE8}" type="presParOf" srcId="{26587560-8FD8-654D-A02E-EB1262F1E6B6}" destId="{0FA517F9-12F4-364D-B529-84B174D65418}" srcOrd="6" destOrd="0" presId="urn:microsoft.com/office/officeart/2005/8/layout/list1"/>
    <dgm:cxn modelId="{3E9C6BD5-BBCA-AD49-BD0C-8E408B7DB31C}" type="presParOf" srcId="{26587560-8FD8-654D-A02E-EB1262F1E6B6}" destId="{35B68197-54F2-3847-92DB-611DAC3E1B94}" srcOrd="7" destOrd="0" presId="urn:microsoft.com/office/officeart/2005/8/layout/list1"/>
    <dgm:cxn modelId="{2113E3E3-153C-1A41-9675-9CF81DE5F55F}" type="presParOf" srcId="{26587560-8FD8-654D-A02E-EB1262F1E6B6}" destId="{4CEAE095-E2FB-F449-9E3C-F3639569B714}" srcOrd="8" destOrd="0" presId="urn:microsoft.com/office/officeart/2005/8/layout/list1"/>
    <dgm:cxn modelId="{30229F6C-7D5E-7848-BC80-C6E7DAEDFB10}" type="presParOf" srcId="{4CEAE095-E2FB-F449-9E3C-F3639569B714}" destId="{A6FDAA73-994B-FC49-8646-F4E63C6D48FA}" srcOrd="0" destOrd="0" presId="urn:microsoft.com/office/officeart/2005/8/layout/list1"/>
    <dgm:cxn modelId="{647CD51B-66C2-9345-95B3-C52DCFB2AD62}" type="presParOf" srcId="{4CEAE095-E2FB-F449-9E3C-F3639569B714}" destId="{03B50893-5358-BB41-91DA-D73AD6E6277E}" srcOrd="1" destOrd="0" presId="urn:microsoft.com/office/officeart/2005/8/layout/list1"/>
    <dgm:cxn modelId="{F6D14531-FD3E-7642-B607-E94D62FC9607}" type="presParOf" srcId="{26587560-8FD8-654D-A02E-EB1262F1E6B6}" destId="{6D700DC8-D3B6-F740-9861-BA1D32C6637C}" srcOrd="9" destOrd="0" presId="urn:microsoft.com/office/officeart/2005/8/layout/list1"/>
    <dgm:cxn modelId="{1E45552B-29B2-3C4C-8DDA-C5A4C0DAC310}" type="presParOf" srcId="{26587560-8FD8-654D-A02E-EB1262F1E6B6}" destId="{24B126A4-333C-9143-A7D9-C221EA5EEAF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237657-5505-424D-B216-7B565369F84D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9EFA78-3297-4E24-A1CC-9FCAD0BC507B}">
      <dgm:prSet/>
      <dgm:spPr/>
      <dgm:t>
        <a:bodyPr/>
        <a:lstStyle/>
        <a:p>
          <a:r>
            <a:rPr lang="en-US"/>
            <a:t>3 catégories d’alertes :</a:t>
          </a:r>
        </a:p>
      </dgm:t>
    </dgm:pt>
    <dgm:pt modelId="{855DB24A-34CA-4E36-99E5-6F78443EA90F}" type="parTrans" cxnId="{4BE71CE0-C916-4DCB-B671-D77299596AAD}">
      <dgm:prSet/>
      <dgm:spPr/>
      <dgm:t>
        <a:bodyPr/>
        <a:lstStyle/>
        <a:p>
          <a:endParaRPr lang="en-US"/>
        </a:p>
      </dgm:t>
    </dgm:pt>
    <dgm:pt modelId="{8B460C5D-DDDB-44D5-B7F6-E148C13BFAE8}" type="sibTrans" cxnId="{4BE71CE0-C916-4DCB-B671-D77299596AAD}">
      <dgm:prSet/>
      <dgm:spPr/>
      <dgm:t>
        <a:bodyPr/>
        <a:lstStyle/>
        <a:p>
          <a:endParaRPr lang="en-US"/>
        </a:p>
      </dgm:t>
    </dgm:pt>
    <dgm:pt modelId="{530E37BE-0E62-43B9-AD0E-5FBCEC1441C9}">
      <dgm:prSet/>
      <dgm:spPr/>
      <dgm:t>
        <a:bodyPr/>
        <a:lstStyle/>
        <a:p>
          <a:r>
            <a:rPr lang="en-US"/>
            <a:t>1. Symptômes métier</a:t>
          </a:r>
        </a:p>
      </dgm:t>
    </dgm:pt>
    <dgm:pt modelId="{3CB27FE1-4F01-4A7A-8D02-E9BA7CFEA60D}" type="parTrans" cxnId="{656E7A4F-3EA9-4B92-85D1-7B313D3B7B7E}">
      <dgm:prSet/>
      <dgm:spPr/>
      <dgm:t>
        <a:bodyPr/>
        <a:lstStyle/>
        <a:p>
          <a:endParaRPr lang="en-US"/>
        </a:p>
      </dgm:t>
    </dgm:pt>
    <dgm:pt modelId="{2FCAEF48-951A-4858-95EB-24FCAC04B2AE}" type="sibTrans" cxnId="{656E7A4F-3EA9-4B92-85D1-7B313D3B7B7E}">
      <dgm:prSet/>
      <dgm:spPr/>
      <dgm:t>
        <a:bodyPr/>
        <a:lstStyle/>
        <a:p>
          <a:endParaRPr lang="en-US"/>
        </a:p>
      </dgm:t>
    </dgm:pt>
    <dgm:pt modelId="{F86ECCC7-723E-4438-9226-B80427F65753}">
      <dgm:prSet/>
      <dgm:spPr/>
      <dgm:t>
        <a:bodyPr/>
        <a:lstStyle/>
        <a:p>
          <a:r>
            <a:rPr lang="en-US"/>
            <a:t>- Taux d’erreurs &gt; 5%</a:t>
          </a:r>
        </a:p>
      </dgm:t>
    </dgm:pt>
    <dgm:pt modelId="{B6AAD204-4179-4909-A9B6-9269AB417ABE}" type="parTrans" cxnId="{5A07FBB0-ACA0-449C-A0AB-548832986326}">
      <dgm:prSet/>
      <dgm:spPr/>
      <dgm:t>
        <a:bodyPr/>
        <a:lstStyle/>
        <a:p>
          <a:endParaRPr lang="en-US"/>
        </a:p>
      </dgm:t>
    </dgm:pt>
    <dgm:pt modelId="{5A1E9B0C-F77C-4405-A376-8BBB14893D70}" type="sibTrans" cxnId="{5A07FBB0-ACA0-449C-A0AB-548832986326}">
      <dgm:prSet/>
      <dgm:spPr/>
      <dgm:t>
        <a:bodyPr/>
        <a:lstStyle/>
        <a:p>
          <a:endParaRPr lang="en-US"/>
        </a:p>
      </dgm:t>
    </dgm:pt>
    <dgm:pt modelId="{26A33F11-CF87-49D5-BC76-4061DCDE3961}">
      <dgm:prSet/>
      <dgm:spPr/>
      <dgm:t>
        <a:bodyPr/>
        <a:lstStyle/>
        <a:p>
          <a:r>
            <a:rPr lang="en-US"/>
            <a:t>- Latence p95 &gt; 1s</a:t>
          </a:r>
        </a:p>
      </dgm:t>
    </dgm:pt>
    <dgm:pt modelId="{9C7D3529-2973-4365-8DA4-75140C0047B7}" type="parTrans" cxnId="{2A2CF42D-6EF8-4CAC-8DD0-D8501277948F}">
      <dgm:prSet/>
      <dgm:spPr/>
      <dgm:t>
        <a:bodyPr/>
        <a:lstStyle/>
        <a:p>
          <a:endParaRPr lang="en-US"/>
        </a:p>
      </dgm:t>
    </dgm:pt>
    <dgm:pt modelId="{BFF27857-DB85-4DEE-8E36-7E578AA91BC4}" type="sibTrans" cxnId="{2A2CF42D-6EF8-4CAC-8DD0-D8501277948F}">
      <dgm:prSet/>
      <dgm:spPr/>
      <dgm:t>
        <a:bodyPr/>
        <a:lstStyle/>
        <a:p>
          <a:endParaRPr lang="en-US"/>
        </a:p>
      </dgm:t>
    </dgm:pt>
    <dgm:pt modelId="{4DC8E406-3E59-41A2-B764-15E4167BB1B2}">
      <dgm:prSet/>
      <dgm:spPr/>
      <dgm:t>
        <a:bodyPr/>
        <a:lstStyle/>
        <a:p>
          <a:r>
            <a:rPr lang="en-US"/>
            <a:t>2. Saturation</a:t>
          </a:r>
        </a:p>
      </dgm:t>
    </dgm:pt>
    <dgm:pt modelId="{0F9A9A90-59EC-42FA-99D6-F54C2CB8D3D2}" type="parTrans" cxnId="{6DF2D624-C09A-4810-AA1E-98A33639932E}">
      <dgm:prSet/>
      <dgm:spPr/>
      <dgm:t>
        <a:bodyPr/>
        <a:lstStyle/>
        <a:p>
          <a:endParaRPr lang="en-US"/>
        </a:p>
      </dgm:t>
    </dgm:pt>
    <dgm:pt modelId="{C07DAA80-D0BE-4C01-97D8-755066E4E92A}" type="sibTrans" cxnId="{6DF2D624-C09A-4810-AA1E-98A33639932E}">
      <dgm:prSet/>
      <dgm:spPr/>
      <dgm:t>
        <a:bodyPr/>
        <a:lstStyle/>
        <a:p>
          <a:endParaRPr lang="en-US"/>
        </a:p>
      </dgm:t>
    </dgm:pt>
    <dgm:pt modelId="{7CFF2244-F3FD-4CF3-900B-20D1847AC831}">
      <dgm:prSet/>
      <dgm:spPr/>
      <dgm:t>
        <a:bodyPr/>
        <a:lstStyle/>
        <a:p>
          <a:r>
            <a:rPr lang="en-US"/>
            <a:t>- CPU &gt; 80%</a:t>
          </a:r>
        </a:p>
      </dgm:t>
    </dgm:pt>
    <dgm:pt modelId="{DD989AEA-E2B7-46EA-BA9B-23BA17A64F0C}" type="parTrans" cxnId="{8CA31CAF-3300-4BCB-A8FC-DF7623E54869}">
      <dgm:prSet/>
      <dgm:spPr/>
      <dgm:t>
        <a:bodyPr/>
        <a:lstStyle/>
        <a:p>
          <a:endParaRPr lang="en-US"/>
        </a:p>
      </dgm:t>
    </dgm:pt>
    <dgm:pt modelId="{091836EA-45B6-49D3-BCB3-503F490AB88E}" type="sibTrans" cxnId="{8CA31CAF-3300-4BCB-A8FC-DF7623E54869}">
      <dgm:prSet/>
      <dgm:spPr/>
      <dgm:t>
        <a:bodyPr/>
        <a:lstStyle/>
        <a:p>
          <a:endParaRPr lang="en-US"/>
        </a:p>
      </dgm:t>
    </dgm:pt>
    <dgm:pt modelId="{B7912374-6DE8-41CE-A21A-62C0A40394CB}">
      <dgm:prSet/>
      <dgm:spPr/>
      <dgm:t>
        <a:bodyPr/>
        <a:lstStyle/>
        <a:p>
          <a:r>
            <a:rPr lang="en-US"/>
            <a:t>- RAM disponible &lt; 15%</a:t>
          </a:r>
        </a:p>
      </dgm:t>
    </dgm:pt>
    <dgm:pt modelId="{588D0B3D-7AAE-4B1F-857F-94CD31346958}" type="parTrans" cxnId="{679742D7-DC84-4389-8B16-BB6EFA306976}">
      <dgm:prSet/>
      <dgm:spPr/>
      <dgm:t>
        <a:bodyPr/>
        <a:lstStyle/>
        <a:p>
          <a:endParaRPr lang="en-US"/>
        </a:p>
      </dgm:t>
    </dgm:pt>
    <dgm:pt modelId="{C8F0A1A7-5A13-43EF-B634-E1D9D660E003}" type="sibTrans" cxnId="{679742D7-DC84-4389-8B16-BB6EFA306976}">
      <dgm:prSet/>
      <dgm:spPr/>
      <dgm:t>
        <a:bodyPr/>
        <a:lstStyle/>
        <a:p>
          <a:endParaRPr lang="en-US"/>
        </a:p>
      </dgm:t>
    </dgm:pt>
    <dgm:pt modelId="{8554C948-4F2F-4F47-AC83-1965A2C887D0}">
      <dgm:prSet/>
      <dgm:spPr/>
      <dgm:t>
        <a:bodyPr/>
        <a:lstStyle/>
        <a:p>
          <a:r>
            <a:rPr lang="en-US"/>
            <a:t>3. Qualité de collecte</a:t>
          </a:r>
        </a:p>
      </dgm:t>
    </dgm:pt>
    <dgm:pt modelId="{0E58DF79-ABB7-416A-812A-DA04F650B1CA}" type="parTrans" cxnId="{1E1FA639-9FFE-4F4E-AA3A-5DF1372B605F}">
      <dgm:prSet/>
      <dgm:spPr/>
      <dgm:t>
        <a:bodyPr/>
        <a:lstStyle/>
        <a:p>
          <a:endParaRPr lang="en-US"/>
        </a:p>
      </dgm:t>
    </dgm:pt>
    <dgm:pt modelId="{2922085E-4D7C-49C1-90F9-FA76C40BD8BF}" type="sibTrans" cxnId="{1E1FA639-9FFE-4F4E-AA3A-5DF1372B605F}">
      <dgm:prSet/>
      <dgm:spPr/>
      <dgm:t>
        <a:bodyPr/>
        <a:lstStyle/>
        <a:p>
          <a:endParaRPr lang="en-US"/>
        </a:p>
      </dgm:t>
    </dgm:pt>
    <dgm:pt modelId="{9398421D-1D47-43AC-A7AC-CE8DC28E2526}">
      <dgm:prSet/>
      <dgm:spPr/>
      <dgm:t>
        <a:bodyPr/>
        <a:lstStyle/>
        <a:p>
          <a:r>
            <a:rPr lang="en-US"/>
            <a:t>- Target down</a:t>
          </a:r>
        </a:p>
      </dgm:t>
    </dgm:pt>
    <dgm:pt modelId="{C5F92F22-C191-41C5-ACE8-14DC650A7D1A}" type="parTrans" cxnId="{291C116D-C9F0-4E48-BD15-F401B423E972}">
      <dgm:prSet/>
      <dgm:spPr/>
      <dgm:t>
        <a:bodyPr/>
        <a:lstStyle/>
        <a:p>
          <a:endParaRPr lang="en-US"/>
        </a:p>
      </dgm:t>
    </dgm:pt>
    <dgm:pt modelId="{67DEA975-6D84-46E4-B8FB-DF6579AE7094}" type="sibTrans" cxnId="{291C116D-C9F0-4E48-BD15-F401B423E972}">
      <dgm:prSet/>
      <dgm:spPr/>
      <dgm:t>
        <a:bodyPr/>
        <a:lstStyle/>
        <a:p>
          <a:endParaRPr lang="en-US"/>
        </a:p>
      </dgm:t>
    </dgm:pt>
    <dgm:pt modelId="{B9C570C1-DD1D-4B39-955F-4E229ECFA5DA}">
      <dgm:prSet/>
      <dgm:spPr/>
      <dgm:t>
        <a:bodyPr/>
        <a:lstStyle/>
        <a:p>
          <a:r>
            <a:rPr lang="en-US"/>
            <a:t>- Scrape metrics en échec</a:t>
          </a:r>
        </a:p>
      </dgm:t>
    </dgm:pt>
    <dgm:pt modelId="{E6163B46-7CBD-48C5-B569-F35868E7C258}" type="parTrans" cxnId="{834F959E-6853-4E2C-B47D-473DBB9F8CDE}">
      <dgm:prSet/>
      <dgm:spPr/>
      <dgm:t>
        <a:bodyPr/>
        <a:lstStyle/>
        <a:p>
          <a:endParaRPr lang="en-US"/>
        </a:p>
      </dgm:t>
    </dgm:pt>
    <dgm:pt modelId="{E11A2899-7B3B-477A-BAC2-E2EF8FBCEE50}" type="sibTrans" cxnId="{834F959E-6853-4E2C-B47D-473DBB9F8CDE}">
      <dgm:prSet/>
      <dgm:spPr/>
      <dgm:t>
        <a:bodyPr/>
        <a:lstStyle/>
        <a:p>
          <a:endParaRPr lang="en-US"/>
        </a:p>
      </dgm:t>
    </dgm:pt>
    <dgm:pt modelId="{C857C537-BDC1-4FB8-9ECF-CC3631781ABF}">
      <dgm:prSet/>
      <dgm:spPr/>
      <dgm:t>
        <a:bodyPr/>
        <a:lstStyle/>
        <a:p>
          <a:r>
            <a:rPr lang="en-US"/>
            <a:t>Chaque alerte inclut message + action à effectuer.</a:t>
          </a:r>
        </a:p>
      </dgm:t>
    </dgm:pt>
    <dgm:pt modelId="{EC2CA5F8-95FA-4B3A-A24E-AC0F2B324112}" type="parTrans" cxnId="{891E2A5D-71E2-4866-B2CA-E42FACD00325}">
      <dgm:prSet/>
      <dgm:spPr/>
      <dgm:t>
        <a:bodyPr/>
        <a:lstStyle/>
        <a:p>
          <a:endParaRPr lang="en-US"/>
        </a:p>
      </dgm:t>
    </dgm:pt>
    <dgm:pt modelId="{E07C681B-C81A-4944-B328-D8E3585B41AD}" type="sibTrans" cxnId="{891E2A5D-71E2-4866-B2CA-E42FACD00325}">
      <dgm:prSet/>
      <dgm:spPr/>
      <dgm:t>
        <a:bodyPr/>
        <a:lstStyle/>
        <a:p>
          <a:endParaRPr lang="en-US"/>
        </a:p>
      </dgm:t>
    </dgm:pt>
    <dgm:pt modelId="{E02CD022-36BC-514B-B7DC-6BFC9A69D35B}" type="pres">
      <dgm:prSet presAssocID="{1E237657-5505-424D-B216-7B565369F84D}" presName="Name0" presStyleCnt="0">
        <dgm:presLayoutVars>
          <dgm:dir/>
          <dgm:animLvl val="lvl"/>
          <dgm:resizeHandles val="exact"/>
        </dgm:presLayoutVars>
      </dgm:prSet>
      <dgm:spPr/>
    </dgm:pt>
    <dgm:pt modelId="{84E9927D-AC9F-3441-81F3-DA79F92B234F}" type="pres">
      <dgm:prSet presAssocID="{C857C537-BDC1-4FB8-9ECF-CC3631781ABF}" presName="boxAndChildren" presStyleCnt="0"/>
      <dgm:spPr/>
    </dgm:pt>
    <dgm:pt modelId="{10B43F83-30FF-0446-8B41-4FC8E54D4EBD}" type="pres">
      <dgm:prSet presAssocID="{C857C537-BDC1-4FB8-9ECF-CC3631781ABF}" presName="parentTextBox" presStyleLbl="node1" presStyleIdx="0" presStyleCnt="2"/>
      <dgm:spPr/>
    </dgm:pt>
    <dgm:pt modelId="{024B9F2C-7A75-684F-85D8-F7F852E36357}" type="pres">
      <dgm:prSet presAssocID="{8B460C5D-DDDB-44D5-B7F6-E148C13BFAE8}" presName="sp" presStyleCnt="0"/>
      <dgm:spPr/>
    </dgm:pt>
    <dgm:pt modelId="{8F77210E-5A0D-2842-B21E-544004F04AE0}" type="pres">
      <dgm:prSet presAssocID="{979EFA78-3297-4E24-A1CC-9FCAD0BC507B}" presName="arrowAndChildren" presStyleCnt="0"/>
      <dgm:spPr/>
    </dgm:pt>
    <dgm:pt modelId="{F64FEBE0-B441-8A41-A872-C1CC7D0F66C1}" type="pres">
      <dgm:prSet presAssocID="{979EFA78-3297-4E24-A1CC-9FCAD0BC507B}" presName="parentTextArrow" presStyleLbl="node1" presStyleIdx="0" presStyleCnt="2"/>
      <dgm:spPr/>
    </dgm:pt>
    <dgm:pt modelId="{0806E56D-462E-F94F-8DAA-D515808EAABC}" type="pres">
      <dgm:prSet presAssocID="{979EFA78-3297-4E24-A1CC-9FCAD0BC507B}" presName="arrow" presStyleLbl="node1" presStyleIdx="1" presStyleCnt="2"/>
      <dgm:spPr/>
    </dgm:pt>
    <dgm:pt modelId="{576A8DB4-C51A-5945-96EA-8490B741F34F}" type="pres">
      <dgm:prSet presAssocID="{979EFA78-3297-4E24-A1CC-9FCAD0BC507B}" presName="descendantArrow" presStyleCnt="0"/>
      <dgm:spPr/>
    </dgm:pt>
    <dgm:pt modelId="{5600C282-3106-0442-B6F8-9F613A115BFC}" type="pres">
      <dgm:prSet presAssocID="{530E37BE-0E62-43B9-AD0E-5FBCEC1441C9}" presName="childTextArrow" presStyleLbl="fgAccFollowNode1" presStyleIdx="0" presStyleCnt="3">
        <dgm:presLayoutVars>
          <dgm:bulletEnabled val="1"/>
        </dgm:presLayoutVars>
      </dgm:prSet>
      <dgm:spPr/>
    </dgm:pt>
    <dgm:pt modelId="{0C410DD5-1842-534C-AF36-0C2970131B92}" type="pres">
      <dgm:prSet presAssocID="{4DC8E406-3E59-41A2-B764-15E4167BB1B2}" presName="childTextArrow" presStyleLbl="fgAccFollowNode1" presStyleIdx="1" presStyleCnt="3">
        <dgm:presLayoutVars>
          <dgm:bulletEnabled val="1"/>
        </dgm:presLayoutVars>
      </dgm:prSet>
      <dgm:spPr/>
    </dgm:pt>
    <dgm:pt modelId="{BE93785D-4B2F-4643-8164-B29F52826401}" type="pres">
      <dgm:prSet presAssocID="{8554C948-4F2F-4F47-AC83-1965A2C887D0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49AA5503-7D1B-874A-BF27-AFB7FFBA5B14}" type="presOf" srcId="{B9C570C1-DD1D-4B39-955F-4E229ECFA5DA}" destId="{BE93785D-4B2F-4643-8164-B29F52826401}" srcOrd="0" destOrd="2" presId="urn:microsoft.com/office/officeart/2005/8/layout/process4"/>
    <dgm:cxn modelId="{A5135612-9F45-6940-98BF-D7E4F16C786D}" type="presOf" srcId="{7CFF2244-F3FD-4CF3-900B-20D1847AC831}" destId="{0C410DD5-1842-534C-AF36-0C2970131B92}" srcOrd="0" destOrd="1" presId="urn:microsoft.com/office/officeart/2005/8/layout/process4"/>
    <dgm:cxn modelId="{9D307216-004E-374C-806D-178E4038DEA0}" type="presOf" srcId="{979EFA78-3297-4E24-A1CC-9FCAD0BC507B}" destId="{F64FEBE0-B441-8A41-A872-C1CC7D0F66C1}" srcOrd="0" destOrd="0" presId="urn:microsoft.com/office/officeart/2005/8/layout/process4"/>
    <dgm:cxn modelId="{10B06017-4B11-1547-8CD6-3CD9245B583D}" type="presOf" srcId="{B7912374-6DE8-41CE-A21A-62C0A40394CB}" destId="{0C410DD5-1842-534C-AF36-0C2970131B92}" srcOrd="0" destOrd="2" presId="urn:microsoft.com/office/officeart/2005/8/layout/process4"/>
    <dgm:cxn modelId="{736F421D-8C2C-BE43-8FD8-612DC6B29B7B}" type="presOf" srcId="{1E237657-5505-424D-B216-7B565369F84D}" destId="{E02CD022-36BC-514B-B7DC-6BFC9A69D35B}" srcOrd="0" destOrd="0" presId="urn:microsoft.com/office/officeart/2005/8/layout/process4"/>
    <dgm:cxn modelId="{6DF2D624-C09A-4810-AA1E-98A33639932E}" srcId="{979EFA78-3297-4E24-A1CC-9FCAD0BC507B}" destId="{4DC8E406-3E59-41A2-B764-15E4167BB1B2}" srcOrd="1" destOrd="0" parTransId="{0F9A9A90-59EC-42FA-99D6-F54C2CB8D3D2}" sibTransId="{C07DAA80-D0BE-4C01-97D8-755066E4E92A}"/>
    <dgm:cxn modelId="{2A2CF42D-6EF8-4CAC-8DD0-D8501277948F}" srcId="{530E37BE-0E62-43B9-AD0E-5FBCEC1441C9}" destId="{26A33F11-CF87-49D5-BC76-4061DCDE3961}" srcOrd="1" destOrd="0" parTransId="{9C7D3529-2973-4365-8DA4-75140C0047B7}" sibTransId="{BFF27857-DB85-4DEE-8E36-7E578AA91BC4}"/>
    <dgm:cxn modelId="{1714C235-B270-5347-B957-887A4B153290}" type="presOf" srcId="{C857C537-BDC1-4FB8-9ECF-CC3631781ABF}" destId="{10B43F83-30FF-0446-8B41-4FC8E54D4EBD}" srcOrd="0" destOrd="0" presId="urn:microsoft.com/office/officeart/2005/8/layout/process4"/>
    <dgm:cxn modelId="{1E1FA639-9FFE-4F4E-AA3A-5DF1372B605F}" srcId="{979EFA78-3297-4E24-A1CC-9FCAD0BC507B}" destId="{8554C948-4F2F-4F47-AC83-1965A2C887D0}" srcOrd="2" destOrd="0" parTransId="{0E58DF79-ABB7-416A-812A-DA04F650B1CA}" sibTransId="{2922085E-4D7C-49C1-90F9-FA76C40BD8BF}"/>
    <dgm:cxn modelId="{C01FF647-20AB-404B-80FF-99DFA867D5E5}" type="presOf" srcId="{530E37BE-0E62-43B9-AD0E-5FBCEC1441C9}" destId="{5600C282-3106-0442-B6F8-9F613A115BFC}" srcOrd="0" destOrd="0" presId="urn:microsoft.com/office/officeart/2005/8/layout/process4"/>
    <dgm:cxn modelId="{656E7A4F-3EA9-4B92-85D1-7B313D3B7B7E}" srcId="{979EFA78-3297-4E24-A1CC-9FCAD0BC507B}" destId="{530E37BE-0E62-43B9-AD0E-5FBCEC1441C9}" srcOrd="0" destOrd="0" parTransId="{3CB27FE1-4F01-4A7A-8D02-E9BA7CFEA60D}" sibTransId="{2FCAEF48-951A-4858-95EB-24FCAC04B2AE}"/>
    <dgm:cxn modelId="{45F74752-B003-7241-81B3-08F0FC74EE47}" type="presOf" srcId="{F86ECCC7-723E-4438-9226-B80427F65753}" destId="{5600C282-3106-0442-B6F8-9F613A115BFC}" srcOrd="0" destOrd="1" presId="urn:microsoft.com/office/officeart/2005/8/layout/process4"/>
    <dgm:cxn modelId="{AE50545B-8E06-B547-98E0-B14B0EA8630B}" type="presOf" srcId="{979EFA78-3297-4E24-A1CC-9FCAD0BC507B}" destId="{0806E56D-462E-F94F-8DAA-D515808EAABC}" srcOrd="1" destOrd="0" presId="urn:microsoft.com/office/officeart/2005/8/layout/process4"/>
    <dgm:cxn modelId="{891E2A5D-71E2-4866-B2CA-E42FACD00325}" srcId="{1E237657-5505-424D-B216-7B565369F84D}" destId="{C857C537-BDC1-4FB8-9ECF-CC3631781ABF}" srcOrd="1" destOrd="0" parTransId="{EC2CA5F8-95FA-4B3A-A24E-AC0F2B324112}" sibTransId="{E07C681B-C81A-4944-B328-D8E3585B41AD}"/>
    <dgm:cxn modelId="{291C116D-C9F0-4E48-BD15-F401B423E972}" srcId="{8554C948-4F2F-4F47-AC83-1965A2C887D0}" destId="{9398421D-1D47-43AC-A7AC-CE8DC28E2526}" srcOrd="0" destOrd="0" parTransId="{C5F92F22-C191-41C5-ACE8-14DC650A7D1A}" sibTransId="{67DEA975-6D84-46E4-B8FB-DF6579AE7094}"/>
    <dgm:cxn modelId="{A262698A-F516-914E-AD6B-A7EA1127378A}" type="presOf" srcId="{8554C948-4F2F-4F47-AC83-1965A2C887D0}" destId="{BE93785D-4B2F-4643-8164-B29F52826401}" srcOrd="0" destOrd="0" presId="urn:microsoft.com/office/officeart/2005/8/layout/process4"/>
    <dgm:cxn modelId="{834F959E-6853-4E2C-B47D-473DBB9F8CDE}" srcId="{8554C948-4F2F-4F47-AC83-1965A2C887D0}" destId="{B9C570C1-DD1D-4B39-955F-4E229ECFA5DA}" srcOrd="1" destOrd="0" parTransId="{E6163B46-7CBD-48C5-B569-F35868E7C258}" sibTransId="{E11A2899-7B3B-477A-BAC2-E2EF8FBCEE50}"/>
    <dgm:cxn modelId="{8CA31CAF-3300-4BCB-A8FC-DF7623E54869}" srcId="{4DC8E406-3E59-41A2-B764-15E4167BB1B2}" destId="{7CFF2244-F3FD-4CF3-900B-20D1847AC831}" srcOrd="0" destOrd="0" parTransId="{DD989AEA-E2B7-46EA-BA9B-23BA17A64F0C}" sibTransId="{091836EA-45B6-49D3-BCB3-503F490AB88E}"/>
    <dgm:cxn modelId="{5A07FBB0-ACA0-449C-A0AB-548832986326}" srcId="{530E37BE-0E62-43B9-AD0E-5FBCEC1441C9}" destId="{F86ECCC7-723E-4438-9226-B80427F65753}" srcOrd="0" destOrd="0" parTransId="{B6AAD204-4179-4909-A9B6-9269AB417ABE}" sibTransId="{5A1E9B0C-F77C-4405-A376-8BBB14893D70}"/>
    <dgm:cxn modelId="{186D27BE-B239-E548-9F1E-4FD2829BEF42}" type="presOf" srcId="{26A33F11-CF87-49D5-BC76-4061DCDE3961}" destId="{5600C282-3106-0442-B6F8-9F613A115BFC}" srcOrd="0" destOrd="2" presId="urn:microsoft.com/office/officeart/2005/8/layout/process4"/>
    <dgm:cxn modelId="{78727FCB-1997-174F-949D-174DAB9231BF}" type="presOf" srcId="{9398421D-1D47-43AC-A7AC-CE8DC28E2526}" destId="{BE93785D-4B2F-4643-8164-B29F52826401}" srcOrd="0" destOrd="1" presId="urn:microsoft.com/office/officeart/2005/8/layout/process4"/>
    <dgm:cxn modelId="{398BAAD4-86AA-3F42-AFB4-91F593164D9D}" type="presOf" srcId="{4DC8E406-3E59-41A2-B764-15E4167BB1B2}" destId="{0C410DD5-1842-534C-AF36-0C2970131B92}" srcOrd="0" destOrd="0" presId="urn:microsoft.com/office/officeart/2005/8/layout/process4"/>
    <dgm:cxn modelId="{679742D7-DC84-4389-8B16-BB6EFA306976}" srcId="{4DC8E406-3E59-41A2-B764-15E4167BB1B2}" destId="{B7912374-6DE8-41CE-A21A-62C0A40394CB}" srcOrd="1" destOrd="0" parTransId="{588D0B3D-7AAE-4B1F-857F-94CD31346958}" sibTransId="{C8F0A1A7-5A13-43EF-B634-E1D9D660E003}"/>
    <dgm:cxn modelId="{4BE71CE0-C916-4DCB-B671-D77299596AAD}" srcId="{1E237657-5505-424D-B216-7B565369F84D}" destId="{979EFA78-3297-4E24-A1CC-9FCAD0BC507B}" srcOrd="0" destOrd="0" parTransId="{855DB24A-34CA-4E36-99E5-6F78443EA90F}" sibTransId="{8B460C5D-DDDB-44D5-B7F6-E148C13BFAE8}"/>
    <dgm:cxn modelId="{703BD549-E5B6-714F-B378-3D18FE9E38DA}" type="presParOf" srcId="{E02CD022-36BC-514B-B7DC-6BFC9A69D35B}" destId="{84E9927D-AC9F-3441-81F3-DA79F92B234F}" srcOrd="0" destOrd="0" presId="urn:microsoft.com/office/officeart/2005/8/layout/process4"/>
    <dgm:cxn modelId="{E487E4A0-335E-B74B-A53B-B179CE140CCC}" type="presParOf" srcId="{84E9927D-AC9F-3441-81F3-DA79F92B234F}" destId="{10B43F83-30FF-0446-8B41-4FC8E54D4EBD}" srcOrd="0" destOrd="0" presId="urn:microsoft.com/office/officeart/2005/8/layout/process4"/>
    <dgm:cxn modelId="{D787A32A-8269-894E-93EC-49720E823ACC}" type="presParOf" srcId="{E02CD022-36BC-514B-B7DC-6BFC9A69D35B}" destId="{024B9F2C-7A75-684F-85D8-F7F852E36357}" srcOrd="1" destOrd="0" presId="urn:microsoft.com/office/officeart/2005/8/layout/process4"/>
    <dgm:cxn modelId="{F8678269-C8CD-D64B-AD46-D80FD2CEA990}" type="presParOf" srcId="{E02CD022-36BC-514B-B7DC-6BFC9A69D35B}" destId="{8F77210E-5A0D-2842-B21E-544004F04AE0}" srcOrd="2" destOrd="0" presId="urn:microsoft.com/office/officeart/2005/8/layout/process4"/>
    <dgm:cxn modelId="{4C0ACCA9-1598-784D-83C4-99D82C404920}" type="presParOf" srcId="{8F77210E-5A0D-2842-B21E-544004F04AE0}" destId="{F64FEBE0-B441-8A41-A872-C1CC7D0F66C1}" srcOrd="0" destOrd="0" presId="urn:microsoft.com/office/officeart/2005/8/layout/process4"/>
    <dgm:cxn modelId="{4244A926-869A-3340-ABFD-6A3A956A8AA2}" type="presParOf" srcId="{8F77210E-5A0D-2842-B21E-544004F04AE0}" destId="{0806E56D-462E-F94F-8DAA-D515808EAABC}" srcOrd="1" destOrd="0" presId="urn:microsoft.com/office/officeart/2005/8/layout/process4"/>
    <dgm:cxn modelId="{AD9C4108-2EE5-3942-96C6-564DC2ED1D47}" type="presParOf" srcId="{8F77210E-5A0D-2842-B21E-544004F04AE0}" destId="{576A8DB4-C51A-5945-96EA-8490B741F34F}" srcOrd="2" destOrd="0" presId="urn:microsoft.com/office/officeart/2005/8/layout/process4"/>
    <dgm:cxn modelId="{977F3ED9-0E34-C14A-B677-2A3712BA0906}" type="presParOf" srcId="{576A8DB4-C51A-5945-96EA-8490B741F34F}" destId="{5600C282-3106-0442-B6F8-9F613A115BFC}" srcOrd="0" destOrd="0" presId="urn:microsoft.com/office/officeart/2005/8/layout/process4"/>
    <dgm:cxn modelId="{F3BA7B73-5207-F542-9A31-DF3D3BCDFF37}" type="presParOf" srcId="{576A8DB4-C51A-5945-96EA-8490B741F34F}" destId="{0C410DD5-1842-534C-AF36-0C2970131B92}" srcOrd="1" destOrd="0" presId="urn:microsoft.com/office/officeart/2005/8/layout/process4"/>
    <dgm:cxn modelId="{DBAC5219-64CA-AF42-8681-16B99351238F}" type="presParOf" srcId="{576A8DB4-C51A-5945-96EA-8490B741F34F}" destId="{BE93785D-4B2F-4643-8164-B29F52826401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D0797C-F1EC-4FA0-AEB2-1190F821153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3E2AA85-6B74-44D3-8C5A-4AA191BD1EAB}">
      <dgm:prSet/>
      <dgm:spPr/>
      <dgm:t>
        <a:bodyPr/>
        <a:lstStyle/>
        <a:p>
          <a:r>
            <a:rPr lang="en-US"/>
            <a:t>1. Lancer la stack avec Docker Compose</a:t>
          </a:r>
        </a:p>
      </dgm:t>
    </dgm:pt>
    <dgm:pt modelId="{87FF7347-B1F2-4A9E-B9FF-326C3ED30B18}" type="parTrans" cxnId="{BDE990BA-996E-427B-B903-57B83645A04B}">
      <dgm:prSet/>
      <dgm:spPr/>
      <dgm:t>
        <a:bodyPr/>
        <a:lstStyle/>
        <a:p>
          <a:endParaRPr lang="en-US"/>
        </a:p>
      </dgm:t>
    </dgm:pt>
    <dgm:pt modelId="{D5E83A62-834F-4B3A-B782-907FD6A193B0}" type="sibTrans" cxnId="{BDE990BA-996E-427B-B903-57B83645A04B}">
      <dgm:prSet/>
      <dgm:spPr/>
      <dgm:t>
        <a:bodyPr/>
        <a:lstStyle/>
        <a:p>
          <a:endParaRPr lang="en-US"/>
        </a:p>
      </dgm:t>
    </dgm:pt>
    <dgm:pt modelId="{CE18EFEF-ADA5-44FF-B287-8263091D7A8B}">
      <dgm:prSet/>
      <dgm:spPr/>
      <dgm:t>
        <a:bodyPr/>
        <a:lstStyle/>
        <a:p>
          <a:r>
            <a:rPr lang="en-US"/>
            <a:t>2. Accéder à Grafana</a:t>
          </a:r>
        </a:p>
      </dgm:t>
    </dgm:pt>
    <dgm:pt modelId="{EC4F952C-54EF-404F-B210-9B432EA2BA6E}" type="parTrans" cxnId="{14F63DC2-5C83-42CE-831D-5B156832719C}">
      <dgm:prSet/>
      <dgm:spPr/>
      <dgm:t>
        <a:bodyPr/>
        <a:lstStyle/>
        <a:p>
          <a:endParaRPr lang="en-US"/>
        </a:p>
      </dgm:t>
    </dgm:pt>
    <dgm:pt modelId="{9A8E30A8-2FB6-4926-BF66-EA27616A0D63}" type="sibTrans" cxnId="{14F63DC2-5C83-42CE-831D-5B156832719C}">
      <dgm:prSet/>
      <dgm:spPr/>
      <dgm:t>
        <a:bodyPr/>
        <a:lstStyle/>
        <a:p>
          <a:endParaRPr lang="en-US"/>
        </a:p>
      </dgm:t>
    </dgm:pt>
    <dgm:pt modelId="{8864E283-6E1F-43F6-8D18-AD87DAC603A5}">
      <dgm:prSet/>
      <dgm:spPr/>
      <dgm:t>
        <a:bodyPr/>
        <a:lstStyle/>
        <a:p>
          <a:r>
            <a:rPr lang="en-US"/>
            <a:t>3. Générer du trafic avec le load generator</a:t>
          </a:r>
        </a:p>
      </dgm:t>
    </dgm:pt>
    <dgm:pt modelId="{2787883F-F9AE-4367-91D2-27A892E2B5A7}" type="parTrans" cxnId="{80806014-9BEE-4EFF-9B57-1E01A2E16CF5}">
      <dgm:prSet/>
      <dgm:spPr/>
      <dgm:t>
        <a:bodyPr/>
        <a:lstStyle/>
        <a:p>
          <a:endParaRPr lang="en-US"/>
        </a:p>
      </dgm:t>
    </dgm:pt>
    <dgm:pt modelId="{308ED605-BCD8-432B-AE9B-5FC7B8D12EE7}" type="sibTrans" cxnId="{80806014-9BEE-4EFF-9B57-1E01A2E16CF5}">
      <dgm:prSet/>
      <dgm:spPr/>
      <dgm:t>
        <a:bodyPr/>
        <a:lstStyle/>
        <a:p>
          <a:endParaRPr lang="en-US"/>
        </a:p>
      </dgm:t>
    </dgm:pt>
    <dgm:pt modelId="{63AFB7A8-26D3-4587-A364-88D58DDC472A}">
      <dgm:prSet/>
      <dgm:spPr/>
      <dgm:t>
        <a:bodyPr/>
        <a:lstStyle/>
        <a:p>
          <a:r>
            <a:rPr lang="en-US"/>
            <a:t>4. Observer :</a:t>
          </a:r>
        </a:p>
      </dgm:t>
    </dgm:pt>
    <dgm:pt modelId="{D8F55322-DDF7-4E9D-979A-B8514068D0F2}" type="parTrans" cxnId="{AE3AAC09-BED1-4DF9-A018-474FCF1466C4}">
      <dgm:prSet/>
      <dgm:spPr/>
      <dgm:t>
        <a:bodyPr/>
        <a:lstStyle/>
        <a:p>
          <a:endParaRPr lang="en-US"/>
        </a:p>
      </dgm:t>
    </dgm:pt>
    <dgm:pt modelId="{B8740DB9-C037-4DF8-A9B0-54CE8BCF648D}" type="sibTrans" cxnId="{AE3AAC09-BED1-4DF9-A018-474FCF1466C4}">
      <dgm:prSet/>
      <dgm:spPr/>
      <dgm:t>
        <a:bodyPr/>
        <a:lstStyle/>
        <a:p>
          <a:endParaRPr lang="en-US"/>
        </a:p>
      </dgm:t>
    </dgm:pt>
    <dgm:pt modelId="{42B25A0E-31D2-437C-AD34-BC28F0EE1DE8}">
      <dgm:prSet/>
      <dgm:spPr/>
      <dgm:t>
        <a:bodyPr/>
        <a:lstStyle/>
        <a:p>
          <a:r>
            <a:rPr lang="en-US"/>
            <a:t>- trafic</a:t>
          </a:r>
        </a:p>
      </dgm:t>
    </dgm:pt>
    <dgm:pt modelId="{62444E7A-1A62-4661-BE9D-FD0AC9B3FF5B}" type="parTrans" cxnId="{D50AE774-77DB-4045-A8D8-09D9912B5C13}">
      <dgm:prSet/>
      <dgm:spPr/>
      <dgm:t>
        <a:bodyPr/>
        <a:lstStyle/>
        <a:p>
          <a:endParaRPr lang="en-US"/>
        </a:p>
      </dgm:t>
    </dgm:pt>
    <dgm:pt modelId="{42FC290D-944B-4664-90FC-E2EFD5A177FA}" type="sibTrans" cxnId="{D50AE774-77DB-4045-A8D8-09D9912B5C13}">
      <dgm:prSet/>
      <dgm:spPr/>
      <dgm:t>
        <a:bodyPr/>
        <a:lstStyle/>
        <a:p>
          <a:endParaRPr lang="en-US"/>
        </a:p>
      </dgm:t>
    </dgm:pt>
    <dgm:pt modelId="{D904CEB3-4492-426C-9D93-6EA196A21D65}">
      <dgm:prSet/>
      <dgm:spPr/>
      <dgm:t>
        <a:bodyPr/>
        <a:lstStyle/>
        <a:p>
          <a:r>
            <a:rPr lang="en-US"/>
            <a:t>- latence</a:t>
          </a:r>
        </a:p>
      </dgm:t>
    </dgm:pt>
    <dgm:pt modelId="{1EEA4788-9717-42EC-AE5C-F0AC5CB8E490}" type="parTrans" cxnId="{A9E9AC59-21C1-4A6F-8D6C-2B2AB2E98C33}">
      <dgm:prSet/>
      <dgm:spPr/>
      <dgm:t>
        <a:bodyPr/>
        <a:lstStyle/>
        <a:p>
          <a:endParaRPr lang="en-US"/>
        </a:p>
      </dgm:t>
    </dgm:pt>
    <dgm:pt modelId="{C3A9F76D-ECE4-498F-9E54-1F003675D05C}" type="sibTrans" cxnId="{A9E9AC59-21C1-4A6F-8D6C-2B2AB2E98C33}">
      <dgm:prSet/>
      <dgm:spPr/>
      <dgm:t>
        <a:bodyPr/>
        <a:lstStyle/>
        <a:p>
          <a:endParaRPr lang="en-US"/>
        </a:p>
      </dgm:t>
    </dgm:pt>
    <dgm:pt modelId="{1E88EA3D-2DB6-41D6-B117-A0525B94D762}">
      <dgm:prSet/>
      <dgm:spPr/>
      <dgm:t>
        <a:bodyPr/>
        <a:lstStyle/>
        <a:p>
          <a:r>
            <a:rPr lang="en-US"/>
            <a:t>- taux d’erreur</a:t>
          </a:r>
        </a:p>
      </dgm:t>
    </dgm:pt>
    <dgm:pt modelId="{45E52932-0A14-40E7-B9C2-B9DB48783D9D}" type="parTrans" cxnId="{8CD23933-CB0B-4557-9C70-E6F4FA354891}">
      <dgm:prSet/>
      <dgm:spPr/>
      <dgm:t>
        <a:bodyPr/>
        <a:lstStyle/>
        <a:p>
          <a:endParaRPr lang="en-US"/>
        </a:p>
      </dgm:t>
    </dgm:pt>
    <dgm:pt modelId="{659AEC68-DD93-4710-A543-5D9372F32636}" type="sibTrans" cxnId="{8CD23933-CB0B-4557-9C70-E6F4FA354891}">
      <dgm:prSet/>
      <dgm:spPr/>
      <dgm:t>
        <a:bodyPr/>
        <a:lstStyle/>
        <a:p>
          <a:endParaRPr lang="en-US"/>
        </a:p>
      </dgm:t>
    </dgm:pt>
    <dgm:pt modelId="{9A1E007F-7F07-4455-9F10-A0951940E811}">
      <dgm:prSet/>
      <dgm:spPr/>
      <dgm:t>
        <a:bodyPr/>
        <a:lstStyle/>
        <a:p>
          <a:r>
            <a:rPr lang="en-US"/>
            <a:t>5. Naviguer entre dashboard N1 et N2</a:t>
          </a:r>
        </a:p>
      </dgm:t>
    </dgm:pt>
    <dgm:pt modelId="{5DC16377-2377-496C-AD5D-F963CE1E9B1A}" type="parTrans" cxnId="{F4D372F5-57B4-4857-8F47-D90D37C0CF02}">
      <dgm:prSet/>
      <dgm:spPr/>
      <dgm:t>
        <a:bodyPr/>
        <a:lstStyle/>
        <a:p>
          <a:endParaRPr lang="en-US"/>
        </a:p>
      </dgm:t>
    </dgm:pt>
    <dgm:pt modelId="{9ABE953E-32D8-4381-A1FB-0D5912FCE85F}" type="sibTrans" cxnId="{F4D372F5-57B4-4857-8F47-D90D37C0CF02}">
      <dgm:prSet/>
      <dgm:spPr/>
      <dgm:t>
        <a:bodyPr/>
        <a:lstStyle/>
        <a:p>
          <a:endParaRPr lang="en-US"/>
        </a:p>
      </dgm:t>
    </dgm:pt>
    <dgm:pt modelId="{8EBCDF16-1CBC-4383-B9A8-8014B1CB167F}">
      <dgm:prSet/>
      <dgm:spPr/>
      <dgm:t>
        <a:bodyPr/>
        <a:lstStyle/>
        <a:p>
          <a:r>
            <a:rPr lang="en-US"/>
            <a:t>6. Explorer les logs avec Loki.</a:t>
          </a:r>
        </a:p>
      </dgm:t>
    </dgm:pt>
    <dgm:pt modelId="{005AECD4-610C-4135-85A0-4A58CA784759}" type="parTrans" cxnId="{9134B5A1-C477-4BAC-B82B-310EF7B986E6}">
      <dgm:prSet/>
      <dgm:spPr/>
      <dgm:t>
        <a:bodyPr/>
        <a:lstStyle/>
        <a:p>
          <a:endParaRPr lang="en-US"/>
        </a:p>
      </dgm:t>
    </dgm:pt>
    <dgm:pt modelId="{47C34910-C117-4E93-84B0-42CF3CDBEAB5}" type="sibTrans" cxnId="{9134B5A1-C477-4BAC-B82B-310EF7B986E6}">
      <dgm:prSet/>
      <dgm:spPr/>
      <dgm:t>
        <a:bodyPr/>
        <a:lstStyle/>
        <a:p>
          <a:endParaRPr lang="en-US"/>
        </a:p>
      </dgm:t>
    </dgm:pt>
    <dgm:pt modelId="{021296D9-D77A-144C-865B-52F88AE775A9}" type="pres">
      <dgm:prSet presAssocID="{35D0797C-F1EC-4FA0-AEB2-1190F8211539}" presName="Name0" presStyleCnt="0">
        <dgm:presLayoutVars>
          <dgm:dir/>
          <dgm:resizeHandles val="exact"/>
        </dgm:presLayoutVars>
      </dgm:prSet>
      <dgm:spPr/>
    </dgm:pt>
    <dgm:pt modelId="{159BA084-3C62-EE49-B488-C03EBD4D505E}" type="pres">
      <dgm:prSet presAssocID="{83E2AA85-6B74-44D3-8C5A-4AA191BD1EAB}" presName="node" presStyleLbl="node1" presStyleIdx="0" presStyleCnt="6">
        <dgm:presLayoutVars>
          <dgm:bulletEnabled val="1"/>
        </dgm:presLayoutVars>
      </dgm:prSet>
      <dgm:spPr/>
    </dgm:pt>
    <dgm:pt modelId="{999427BB-5FEB-6644-BF74-8D601ACAFD26}" type="pres">
      <dgm:prSet presAssocID="{D5E83A62-834F-4B3A-B782-907FD6A193B0}" presName="sibTrans" presStyleLbl="sibTrans1D1" presStyleIdx="0" presStyleCnt="5"/>
      <dgm:spPr/>
    </dgm:pt>
    <dgm:pt modelId="{21925AFD-9BAD-314B-B62B-CBE4CC90D8BB}" type="pres">
      <dgm:prSet presAssocID="{D5E83A62-834F-4B3A-B782-907FD6A193B0}" presName="connectorText" presStyleLbl="sibTrans1D1" presStyleIdx="0" presStyleCnt="5"/>
      <dgm:spPr/>
    </dgm:pt>
    <dgm:pt modelId="{C7AD0C76-0F42-DB4C-8E2F-A74B3C227301}" type="pres">
      <dgm:prSet presAssocID="{CE18EFEF-ADA5-44FF-B287-8263091D7A8B}" presName="node" presStyleLbl="node1" presStyleIdx="1" presStyleCnt="6">
        <dgm:presLayoutVars>
          <dgm:bulletEnabled val="1"/>
        </dgm:presLayoutVars>
      </dgm:prSet>
      <dgm:spPr/>
    </dgm:pt>
    <dgm:pt modelId="{988E30C2-F2FF-5441-9301-322E99FE2A72}" type="pres">
      <dgm:prSet presAssocID="{9A8E30A8-2FB6-4926-BF66-EA27616A0D63}" presName="sibTrans" presStyleLbl="sibTrans1D1" presStyleIdx="1" presStyleCnt="5"/>
      <dgm:spPr/>
    </dgm:pt>
    <dgm:pt modelId="{93DEE258-6BBB-4C4C-B2FC-6CF86F4E739D}" type="pres">
      <dgm:prSet presAssocID="{9A8E30A8-2FB6-4926-BF66-EA27616A0D63}" presName="connectorText" presStyleLbl="sibTrans1D1" presStyleIdx="1" presStyleCnt="5"/>
      <dgm:spPr/>
    </dgm:pt>
    <dgm:pt modelId="{8AA02FDE-0F04-304F-9F7F-34FCC1A92B1F}" type="pres">
      <dgm:prSet presAssocID="{8864E283-6E1F-43F6-8D18-AD87DAC603A5}" presName="node" presStyleLbl="node1" presStyleIdx="2" presStyleCnt="6">
        <dgm:presLayoutVars>
          <dgm:bulletEnabled val="1"/>
        </dgm:presLayoutVars>
      </dgm:prSet>
      <dgm:spPr/>
    </dgm:pt>
    <dgm:pt modelId="{44851A90-9AAD-874D-8F8B-3B60171F576D}" type="pres">
      <dgm:prSet presAssocID="{308ED605-BCD8-432B-AE9B-5FC7B8D12EE7}" presName="sibTrans" presStyleLbl="sibTrans1D1" presStyleIdx="2" presStyleCnt="5"/>
      <dgm:spPr/>
    </dgm:pt>
    <dgm:pt modelId="{43759E63-6EB0-8D49-B498-8DB42845A3C7}" type="pres">
      <dgm:prSet presAssocID="{308ED605-BCD8-432B-AE9B-5FC7B8D12EE7}" presName="connectorText" presStyleLbl="sibTrans1D1" presStyleIdx="2" presStyleCnt="5"/>
      <dgm:spPr/>
    </dgm:pt>
    <dgm:pt modelId="{14B69681-5967-7B4C-A3C6-50EE0CB23A51}" type="pres">
      <dgm:prSet presAssocID="{63AFB7A8-26D3-4587-A364-88D58DDC472A}" presName="node" presStyleLbl="node1" presStyleIdx="3" presStyleCnt="6">
        <dgm:presLayoutVars>
          <dgm:bulletEnabled val="1"/>
        </dgm:presLayoutVars>
      </dgm:prSet>
      <dgm:spPr/>
    </dgm:pt>
    <dgm:pt modelId="{EE26B9C7-DC33-1645-8849-31B6B0199157}" type="pres">
      <dgm:prSet presAssocID="{B8740DB9-C037-4DF8-A9B0-54CE8BCF648D}" presName="sibTrans" presStyleLbl="sibTrans1D1" presStyleIdx="3" presStyleCnt="5"/>
      <dgm:spPr/>
    </dgm:pt>
    <dgm:pt modelId="{606141D8-8DF4-4F4F-BE36-A8BFD4DE8026}" type="pres">
      <dgm:prSet presAssocID="{B8740DB9-C037-4DF8-A9B0-54CE8BCF648D}" presName="connectorText" presStyleLbl="sibTrans1D1" presStyleIdx="3" presStyleCnt="5"/>
      <dgm:spPr/>
    </dgm:pt>
    <dgm:pt modelId="{220F38AB-6396-3246-B18A-97E93FC03AF7}" type="pres">
      <dgm:prSet presAssocID="{9A1E007F-7F07-4455-9F10-A0951940E811}" presName="node" presStyleLbl="node1" presStyleIdx="4" presStyleCnt="6">
        <dgm:presLayoutVars>
          <dgm:bulletEnabled val="1"/>
        </dgm:presLayoutVars>
      </dgm:prSet>
      <dgm:spPr/>
    </dgm:pt>
    <dgm:pt modelId="{491441F9-653B-E144-BE94-AA75C5D3D8B3}" type="pres">
      <dgm:prSet presAssocID="{9ABE953E-32D8-4381-A1FB-0D5912FCE85F}" presName="sibTrans" presStyleLbl="sibTrans1D1" presStyleIdx="4" presStyleCnt="5"/>
      <dgm:spPr/>
    </dgm:pt>
    <dgm:pt modelId="{96298648-A97F-D641-82D1-2686F7F6A44C}" type="pres">
      <dgm:prSet presAssocID="{9ABE953E-32D8-4381-A1FB-0D5912FCE85F}" presName="connectorText" presStyleLbl="sibTrans1D1" presStyleIdx="4" presStyleCnt="5"/>
      <dgm:spPr/>
    </dgm:pt>
    <dgm:pt modelId="{B0E17B7A-2F33-7E45-A0E8-65F706691802}" type="pres">
      <dgm:prSet presAssocID="{8EBCDF16-1CBC-4383-B9A8-8014B1CB167F}" presName="node" presStyleLbl="node1" presStyleIdx="5" presStyleCnt="6">
        <dgm:presLayoutVars>
          <dgm:bulletEnabled val="1"/>
        </dgm:presLayoutVars>
      </dgm:prSet>
      <dgm:spPr/>
    </dgm:pt>
  </dgm:ptLst>
  <dgm:cxnLst>
    <dgm:cxn modelId="{AE3AAC09-BED1-4DF9-A018-474FCF1466C4}" srcId="{35D0797C-F1EC-4FA0-AEB2-1190F8211539}" destId="{63AFB7A8-26D3-4587-A364-88D58DDC472A}" srcOrd="3" destOrd="0" parTransId="{D8F55322-DDF7-4E9D-979A-B8514068D0F2}" sibTransId="{B8740DB9-C037-4DF8-A9B0-54CE8BCF648D}"/>
    <dgm:cxn modelId="{80806014-9BEE-4EFF-9B57-1E01A2E16CF5}" srcId="{35D0797C-F1EC-4FA0-AEB2-1190F8211539}" destId="{8864E283-6E1F-43F6-8D18-AD87DAC603A5}" srcOrd="2" destOrd="0" parTransId="{2787883F-F9AE-4367-91D2-27A892E2B5A7}" sibTransId="{308ED605-BCD8-432B-AE9B-5FC7B8D12EE7}"/>
    <dgm:cxn modelId="{1DA9F822-F5B0-1D41-8A7F-7CA993F55BF7}" type="presOf" srcId="{B8740DB9-C037-4DF8-A9B0-54CE8BCF648D}" destId="{EE26B9C7-DC33-1645-8849-31B6B0199157}" srcOrd="0" destOrd="0" presId="urn:microsoft.com/office/officeart/2016/7/layout/RepeatingBendingProcessNew"/>
    <dgm:cxn modelId="{66B99A28-FE68-1041-809E-49F57E2DCF5A}" type="presOf" srcId="{83E2AA85-6B74-44D3-8C5A-4AA191BD1EAB}" destId="{159BA084-3C62-EE49-B488-C03EBD4D505E}" srcOrd="0" destOrd="0" presId="urn:microsoft.com/office/officeart/2016/7/layout/RepeatingBendingProcessNew"/>
    <dgm:cxn modelId="{8CD23933-CB0B-4557-9C70-E6F4FA354891}" srcId="{63AFB7A8-26D3-4587-A364-88D58DDC472A}" destId="{1E88EA3D-2DB6-41D6-B117-A0525B94D762}" srcOrd="2" destOrd="0" parTransId="{45E52932-0A14-40E7-B9C2-B9DB48783D9D}" sibTransId="{659AEC68-DD93-4710-A543-5D9372F32636}"/>
    <dgm:cxn modelId="{A58EA334-DA07-3C4F-B5AC-4DB2C5FE6B9E}" type="presOf" srcId="{9A8E30A8-2FB6-4926-BF66-EA27616A0D63}" destId="{93DEE258-6BBB-4C4C-B2FC-6CF86F4E739D}" srcOrd="1" destOrd="0" presId="urn:microsoft.com/office/officeart/2016/7/layout/RepeatingBendingProcessNew"/>
    <dgm:cxn modelId="{C00B1E35-8BBA-B748-B393-6C66A36CD69A}" type="presOf" srcId="{9A8E30A8-2FB6-4926-BF66-EA27616A0D63}" destId="{988E30C2-F2FF-5441-9301-322E99FE2A72}" srcOrd="0" destOrd="0" presId="urn:microsoft.com/office/officeart/2016/7/layout/RepeatingBendingProcessNew"/>
    <dgm:cxn modelId="{9044D63C-0531-234A-9430-CD19589A56CB}" type="presOf" srcId="{B8740DB9-C037-4DF8-A9B0-54CE8BCF648D}" destId="{606141D8-8DF4-4F4F-BE36-A8BFD4DE8026}" srcOrd="1" destOrd="0" presId="urn:microsoft.com/office/officeart/2016/7/layout/RepeatingBendingProcessNew"/>
    <dgm:cxn modelId="{94DDE74A-4DF8-5247-B93A-85429A2C4009}" type="presOf" srcId="{D5E83A62-834F-4B3A-B782-907FD6A193B0}" destId="{999427BB-5FEB-6644-BF74-8D601ACAFD26}" srcOrd="0" destOrd="0" presId="urn:microsoft.com/office/officeart/2016/7/layout/RepeatingBendingProcessNew"/>
    <dgm:cxn modelId="{E6B8FC54-82D5-234D-BD35-E94DCBF1CB6D}" type="presOf" srcId="{35D0797C-F1EC-4FA0-AEB2-1190F8211539}" destId="{021296D9-D77A-144C-865B-52F88AE775A9}" srcOrd="0" destOrd="0" presId="urn:microsoft.com/office/officeart/2016/7/layout/RepeatingBendingProcessNew"/>
    <dgm:cxn modelId="{A9E9AC59-21C1-4A6F-8D6C-2B2AB2E98C33}" srcId="{63AFB7A8-26D3-4587-A364-88D58DDC472A}" destId="{D904CEB3-4492-426C-9D93-6EA196A21D65}" srcOrd="1" destOrd="0" parTransId="{1EEA4788-9717-42EC-AE5C-F0AC5CB8E490}" sibTransId="{C3A9F76D-ECE4-498F-9E54-1F003675D05C}"/>
    <dgm:cxn modelId="{269C7661-AD3E-6043-917B-1D3B0917DE30}" type="presOf" srcId="{9ABE953E-32D8-4381-A1FB-0D5912FCE85F}" destId="{96298648-A97F-D641-82D1-2686F7F6A44C}" srcOrd="1" destOrd="0" presId="urn:microsoft.com/office/officeart/2016/7/layout/RepeatingBendingProcessNew"/>
    <dgm:cxn modelId="{52EBD86C-A937-AA46-AD7F-5CE4BF83FE92}" type="presOf" srcId="{D904CEB3-4492-426C-9D93-6EA196A21D65}" destId="{14B69681-5967-7B4C-A3C6-50EE0CB23A51}" srcOrd="0" destOrd="2" presId="urn:microsoft.com/office/officeart/2016/7/layout/RepeatingBendingProcessNew"/>
    <dgm:cxn modelId="{D50AE774-77DB-4045-A8D8-09D9912B5C13}" srcId="{63AFB7A8-26D3-4587-A364-88D58DDC472A}" destId="{42B25A0E-31D2-437C-AD34-BC28F0EE1DE8}" srcOrd="0" destOrd="0" parTransId="{62444E7A-1A62-4661-BE9D-FD0AC9B3FF5B}" sibTransId="{42FC290D-944B-4664-90FC-E2EFD5A177FA}"/>
    <dgm:cxn modelId="{CF530377-039C-0B49-9F11-101B0D76355E}" type="presOf" srcId="{D5E83A62-834F-4B3A-B782-907FD6A193B0}" destId="{21925AFD-9BAD-314B-B62B-CBE4CC90D8BB}" srcOrd="1" destOrd="0" presId="urn:microsoft.com/office/officeart/2016/7/layout/RepeatingBendingProcessNew"/>
    <dgm:cxn modelId="{AD984588-94D0-9845-8BCF-C5448A909D82}" type="presOf" srcId="{9A1E007F-7F07-4455-9F10-A0951940E811}" destId="{220F38AB-6396-3246-B18A-97E93FC03AF7}" srcOrd="0" destOrd="0" presId="urn:microsoft.com/office/officeart/2016/7/layout/RepeatingBendingProcessNew"/>
    <dgm:cxn modelId="{497D5A93-DCFF-B445-B942-46A03C38A6E8}" type="presOf" srcId="{42B25A0E-31D2-437C-AD34-BC28F0EE1DE8}" destId="{14B69681-5967-7B4C-A3C6-50EE0CB23A51}" srcOrd="0" destOrd="1" presId="urn:microsoft.com/office/officeart/2016/7/layout/RepeatingBendingProcessNew"/>
    <dgm:cxn modelId="{9134B5A1-C477-4BAC-B82B-310EF7B986E6}" srcId="{35D0797C-F1EC-4FA0-AEB2-1190F8211539}" destId="{8EBCDF16-1CBC-4383-B9A8-8014B1CB167F}" srcOrd="5" destOrd="0" parTransId="{005AECD4-610C-4135-85A0-4A58CA784759}" sibTransId="{47C34910-C117-4E93-84B0-42CF3CDBEAB5}"/>
    <dgm:cxn modelId="{BDE990BA-996E-427B-B903-57B83645A04B}" srcId="{35D0797C-F1EC-4FA0-AEB2-1190F8211539}" destId="{83E2AA85-6B74-44D3-8C5A-4AA191BD1EAB}" srcOrd="0" destOrd="0" parTransId="{87FF7347-B1F2-4A9E-B9FF-326C3ED30B18}" sibTransId="{D5E83A62-834F-4B3A-B782-907FD6A193B0}"/>
    <dgm:cxn modelId="{CA2B4DBE-D807-FD46-8D81-918AAF9483AA}" type="presOf" srcId="{308ED605-BCD8-432B-AE9B-5FC7B8D12EE7}" destId="{44851A90-9AAD-874D-8F8B-3B60171F576D}" srcOrd="0" destOrd="0" presId="urn:microsoft.com/office/officeart/2016/7/layout/RepeatingBendingProcessNew"/>
    <dgm:cxn modelId="{17F2A6C0-029C-2040-B3AA-D5B0EDE3C788}" type="presOf" srcId="{1E88EA3D-2DB6-41D6-B117-A0525B94D762}" destId="{14B69681-5967-7B4C-A3C6-50EE0CB23A51}" srcOrd="0" destOrd="3" presId="urn:microsoft.com/office/officeart/2016/7/layout/RepeatingBendingProcessNew"/>
    <dgm:cxn modelId="{14F63DC2-5C83-42CE-831D-5B156832719C}" srcId="{35D0797C-F1EC-4FA0-AEB2-1190F8211539}" destId="{CE18EFEF-ADA5-44FF-B287-8263091D7A8B}" srcOrd="1" destOrd="0" parTransId="{EC4F952C-54EF-404F-B210-9B432EA2BA6E}" sibTransId="{9A8E30A8-2FB6-4926-BF66-EA27616A0D63}"/>
    <dgm:cxn modelId="{52795AC6-3268-8347-B70F-775497409FC4}" type="presOf" srcId="{9ABE953E-32D8-4381-A1FB-0D5912FCE85F}" destId="{491441F9-653B-E144-BE94-AA75C5D3D8B3}" srcOrd="0" destOrd="0" presId="urn:microsoft.com/office/officeart/2016/7/layout/RepeatingBendingProcessNew"/>
    <dgm:cxn modelId="{7DA814CA-F43F-194A-97C3-D2B50EF0D543}" type="presOf" srcId="{308ED605-BCD8-432B-AE9B-5FC7B8D12EE7}" destId="{43759E63-6EB0-8D49-B498-8DB42845A3C7}" srcOrd="1" destOrd="0" presId="urn:microsoft.com/office/officeart/2016/7/layout/RepeatingBendingProcessNew"/>
    <dgm:cxn modelId="{73C919D7-2C24-D34F-907E-544EA6E5E428}" type="presOf" srcId="{8864E283-6E1F-43F6-8D18-AD87DAC603A5}" destId="{8AA02FDE-0F04-304F-9F7F-34FCC1A92B1F}" srcOrd="0" destOrd="0" presId="urn:microsoft.com/office/officeart/2016/7/layout/RepeatingBendingProcessNew"/>
    <dgm:cxn modelId="{8A2FE4EE-8920-4F49-AF79-1D9D69835248}" type="presOf" srcId="{8EBCDF16-1CBC-4383-B9A8-8014B1CB167F}" destId="{B0E17B7A-2F33-7E45-A0E8-65F706691802}" srcOrd="0" destOrd="0" presId="urn:microsoft.com/office/officeart/2016/7/layout/RepeatingBendingProcessNew"/>
    <dgm:cxn modelId="{485462F4-82AB-4746-84E0-B815A124EB56}" type="presOf" srcId="{CE18EFEF-ADA5-44FF-B287-8263091D7A8B}" destId="{C7AD0C76-0F42-DB4C-8E2F-A74B3C227301}" srcOrd="0" destOrd="0" presId="urn:microsoft.com/office/officeart/2016/7/layout/RepeatingBendingProcessNew"/>
    <dgm:cxn modelId="{F4D372F5-57B4-4857-8F47-D90D37C0CF02}" srcId="{35D0797C-F1EC-4FA0-AEB2-1190F8211539}" destId="{9A1E007F-7F07-4455-9F10-A0951940E811}" srcOrd="4" destOrd="0" parTransId="{5DC16377-2377-496C-AD5D-F963CE1E9B1A}" sibTransId="{9ABE953E-32D8-4381-A1FB-0D5912FCE85F}"/>
    <dgm:cxn modelId="{5CCB81FC-59DB-9246-A9CA-8C64FBD20455}" type="presOf" srcId="{63AFB7A8-26D3-4587-A364-88D58DDC472A}" destId="{14B69681-5967-7B4C-A3C6-50EE0CB23A51}" srcOrd="0" destOrd="0" presId="urn:microsoft.com/office/officeart/2016/7/layout/RepeatingBendingProcessNew"/>
    <dgm:cxn modelId="{91265972-AB20-4448-96BC-0E97F250165D}" type="presParOf" srcId="{021296D9-D77A-144C-865B-52F88AE775A9}" destId="{159BA084-3C62-EE49-B488-C03EBD4D505E}" srcOrd="0" destOrd="0" presId="urn:microsoft.com/office/officeart/2016/7/layout/RepeatingBendingProcessNew"/>
    <dgm:cxn modelId="{18665F0A-D11D-5440-BAA2-24805277A65D}" type="presParOf" srcId="{021296D9-D77A-144C-865B-52F88AE775A9}" destId="{999427BB-5FEB-6644-BF74-8D601ACAFD26}" srcOrd="1" destOrd="0" presId="urn:microsoft.com/office/officeart/2016/7/layout/RepeatingBendingProcessNew"/>
    <dgm:cxn modelId="{73F39973-D503-9341-A6CC-88FABC18475C}" type="presParOf" srcId="{999427BB-5FEB-6644-BF74-8D601ACAFD26}" destId="{21925AFD-9BAD-314B-B62B-CBE4CC90D8BB}" srcOrd="0" destOrd="0" presId="urn:microsoft.com/office/officeart/2016/7/layout/RepeatingBendingProcessNew"/>
    <dgm:cxn modelId="{200B5F48-43E3-1841-9F34-35F2854094BE}" type="presParOf" srcId="{021296D9-D77A-144C-865B-52F88AE775A9}" destId="{C7AD0C76-0F42-DB4C-8E2F-A74B3C227301}" srcOrd="2" destOrd="0" presId="urn:microsoft.com/office/officeart/2016/7/layout/RepeatingBendingProcessNew"/>
    <dgm:cxn modelId="{80990425-2F66-724B-B36D-A8770DF6AD6E}" type="presParOf" srcId="{021296D9-D77A-144C-865B-52F88AE775A9}" destId="{988E30C2-F2FF-5441-9301-322E99FE2A72}" srcOrd="3" destOrd="0" presId="urn:microsoft.com/office/officeart/2016/7/layout/RepeatingBendingProcessNew"/>
    <dgm:cxn modelId="{78FA88CA-4183-D644-A9F8-B1B3EAB67A8F}" type="presParOf" srcId="{988E30C2-F2FF-5441-9301-322E99FE2A72}" destId="{93DEE258-6BBB-4C4C-B2FC-6CF86F4E739D}" srcOrd="0" destOrd="0" presId="urn:microsoft.com/office/officeart/2016/7/layout/RepeatingBendingProcessNew"/>
    <dgm:cxn modelId="{CF07E31C-C1D4-994A-B619-219ACAB661CC}" type="presParOf" srcId="{021296D9-D77A-144C-865B-52F88AE775A9}" destId="{8AA02FDE-0F04-304F-9F7F-34FCC1A92B1F}" srcOrd="4" destOrd="0" presId="urn:microsoft.com/office/officeart/2016/7/layout/RepeatingBendingProcessNew"/>
    <dgm:cxn modelId="{73FE04A7-D2B8-2642-A43B-11A94CCF2B29}" type="presParOf" srcId="{021296D9-D77A-144C-865B-52F88AE775A9}" destId="{44851A90-9AAD-874D-8F8B-3B60171F576D}" srcOrd="5" destOrd="0" presId="urn:microsoft.com/office/officeart/2016/7/layout/RepeatingBendingProcessNew"/>
    <dgm:cxn modelId="{79B572AC-0189-934B-82F7-48B877F7CA33}" type="presParOf" srcId="{44851A90-9AAD-874D-8F8B-3B60171F576D}" destId="{43759E63-6EB0-8D49-B498-8DB42845A3C7}" srcOrd="0" destOrd="0" presId="urn:microsoft.com/office/officeart/2016/7/layout/RepeatingBendingProcessNew"/>
    <dgm:cxn modelId="{A33D4738-53FF-3840-BB55-70FD2F142CB6}" type="presParOf" srcId="{021296D9-D77A-144C-865B-52F88AE775A9}" destId="{14B69681-5967-7B4C-A3C6-50EE0CB23A51}" srcOrd="6" destOrd="0" presId="urn:microsoft.com/office/officeart/2016/7/layout/RepeatingBendingProcessNew"/>
    <dgm:cxn modelId="{F9F8128A-C969-BF42-981B-43F159BB15FF}" type="presParOf" srcId="{021296D9-D77A-144C-865B-52F88AE775A9}" destId="{EE26B9C7-DC33-1645-8849-31B6B0199157}" srcOrd="7" destOrd="0" presId="urn:microsoft.com/office/officeart/2016/7/layout/RepeatingBendingProcessNew"/>
    <dgm:cxn modelId="{A97FA4D5-5A91-F84C-B942-FE88C6A48B20}" type="presParOf" srcId="{EE26B9C7-DC33-1645-8849-31B6B0199157}" destId="{606141D8-8DF4-4F4F-BE36-A8BFD4DE8026}" srcOrd="0" destOrd="0" presId="urn:microsoft.com/office/officeart/2016/7/layout/RepeatingBendingProcessNew"/>
    <dgm:cxn modelId="{29091A25-84FA-6247-80E6-A5AD9716D520}" type="presParOf" srcId="{021296D9-D77A-144C-865B-52F88AE775A9}" destId="{220F38AB-6396-3246-B18A-97E93FC03AF7}" srcOrd="8" destOrd="0" presId="urn:microsoft.com/office/officeart/2016/7/layout/RepeatingBendingProcessNew"/>
    <dgm:cxn modelId="{6D5E87F3-8C65-FB4B-AE93-7FE75ED91D97}" type="presParOf" srcId="{021296D9-D77A-144C-865B-52F88AE775A9}" destId="{491441F9-653B-E144-BE94-AA75C5D3D8B3}" srcOrd="9" destOrd="0" presId="urn:microsoft.com/office/officeart/2016/7/layout/RepeatingBendingProcessNew"/>
    <dgm:cxn modelId="{81C9CFEE-33FE-6547-89AE-D778FB4B67B5}" type="presParOf" srcId="{491441F9-653B-E144-BE94-AA75C5D3D8B3}" destId="{96298648-A97F-D641-82D1-2686F7F6A44C}" srcOrd="0" destOrd="0" presId="urn:microsoft.com/office/officeart/2016/7/layout/RepeatingBendingProcessNew"/>
    <dgm:cxn modelId="{1CAF6A5E-78B5-3C43-9CB9-899231EA87C4}" type="presParOf" srcId="{021296D9-D77A-144C-865B-52F88AE775A9}" destId="{B0E17B7A-2F33-7E45-A0E8-65F70669180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22C15A4-6589-496D-9C3E-83156EE4AF5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360C31-DDDE-4F0D-90A2-6FA215471CF9}">
      <dgm:prSet/>
      <dgm:spPr/>
      <dgm:t>
        <a:bodyPr/>
        <a:lstStyle/>
        <a:p>
          <a:r>
            <a:rPr lang="en-US" dirty="0"/>
            <a:t>Incident </a:t>
          </a:r>
          <a:r>
            <a:rPr lang="en-US" dirty="0" err="1"/>
            <a:t>simulé</a:t>
          </a:r>
          <a:r>
            <a:rPr lang="en-US" dirty="0"/>
            <a:t> </a:t>
          </a:r>
        </a:p>
      </dgm:t>
    </dgm:pt>
    <dgm:pt modelId="{E8452051-A24A-4B9D-8DBE-0D7F2EC5F8E9}" type="parTrans" cxnId="{AA03FFA4-5DBB-445F-B514-000C2F1F2FF6}">
      <dgm:prSet/>
      <dgm:spPr/>
      <dgm:t>
        <a:bodyPr/>
        <a:lstStyle/>
        <a:p>
          <a:endParaRPr lang="en-US"/>
        </a:p>
      </dgm:t>
    </dgm:pt>
    <dgm:pt modelId="{D2FDF3E3-E543-4F54-9168-E23C29C708CD}" type="sibTrans" cxnId="{AA03FFA4-5DBB-445F-B514-000C2F1F2FF6}">
      <dgm:prSet/>
      <dgm:spPr/>
      <dgm:t>
        <a:bodyPr/>
        <a:lstStyle/>
        <a:p>
          <a:endParaRPr lang="en-US"/>
        </a:p>
      </dgm:t>
    </dgm:pt>
    <dgm:pt modelId="{21CFBBEF-1678-4543-8818-3FD6E1D76ABD}">
      <dgm:prSet/>
      <dgm:spPr/>
      <dgm:t>
        <a:bodyPr/>
        <a:lstStyle/>
        <a:p>
          <a:r>
            <a:rPr lang="en-US"/>
            <a:t>pic d’erreurs API.</a:t>
          </a:r>
        </a:p>
      </dgm:t>
    </dgm:pt>
    <dgm:pt modelId="{09D5F9D0-7044-4F30-A8A7-E189FA13210A}" type="parTrans" cxnId="{BE0CF81B-3CDB-4048-8EC5-822232049F16}">
      <dgm:prSet/>
      <dgm:spPr/>
      <dgm:t>
        <a:bodyPr/>
        <a:lstStyle/>
        <a:p>
          <a:endParaRPr lang="en-US"/>
        </a:p>
      </dgm:t>
    </dgm:pt>
    <dgm:pt modelId="{CADE2BCA-EBCC-49D4-A574-A953A203784F}" type="sibTrans" cxnId="{BE0CF81B-3CDB-4048-8EC5-822232049F16}">
      <dgm:prSet/>
      <dgm:spPr/>
      <dgm:t>
        <a:bodyPr/>
        <a:lstStyle/>
        <a:p>
          <a:endParaRPr lang="en-US"/>
        </a:p>
      </dgm:t>
    </dgm:pt>
    <dgm:pt modelId="{CCCF19F3-64E2-43E4-B3B4-0924B66BD041}">
      <dgm:prSet/>
      <dgm:spPr/>
      <dgm:t>
        <a:bodyPr/>
        <a:lstStyle/>
        <a:p>
          <a:r>
            <a:rPr lang="en-US" dirty="0"/>
            <a:t>Étapes</a:t>
          </a:r>
        </a:p>
      </dgm:t>
    </dgm:pt>
    <dgm:pt modelId="{4D45BAF2-25BA-42B6-8CBE-AC195F2C51E8}" type="parTrans" cxnId="{A8B1186A-0AF9-4D6B-B4D1-B5A98CD93428}">
      <dgm:prSet/>
      <dgm:spPr/>
      <dgm:t>
        <a:bodyPr/>
        <a:lstStyle/>
        <a:p>
          <a:endParaRPr lang="en-US"/>
        </a:p>
      </dgm:t>
    </dgm:pt>
    <dgm:pt modelId="{4AE58F59-AF5C-47C8-9509-016DD14A0FAF}" type="sibTrans" cxnId="{A8B1186A-0AF9-4D6B-B4D1-B5A98CD93428}">
      <dgm:prSet/>
      <dgm:spPr/>
      <dgm:t>
        <a:bodyPr/>
        <a:lstStyle/>
        <a:p>
          <a:endParaRPr lang="en-US"/>
        </a:p>
      </dgm:t>
    </dgm:pt>
    <dgm:pt modelId="{C04E22D0-FA0E-497C-A9BF-0864090DD697}">
      <dgm:prSet/>
      <dgm:spPr/>
      <dgm:t>
        <a:bodyPr/>
        <a:lstStyle/>
        <a:p>
          <a:r>
            <a:rPr lang="en-US"/>
            <a:t>1. Générer des erreurs via /api/error</a:t>
          </a:r>
        </a:p>
      </dgm:t>
    </dgm:pt>
    <dgm:pt modelId="{4EAE4E4A-E59E-4FD3-8A42-C82A457F51D6}" type="parTrans" cxnId="{ECD9EF18-FA66-4AF9-BA6C-ABC8FE1FD976}">
      <dgm:prSet/>
      <dgm:spPr/>
      <dgm:t>
        <a:bodyPr/>
        <a:lstStyle/>
        <a:p>
          <a:endParaRPr lang="en-US"/>
        </a:p>
      </dgm:t>
    </dgm:pt>
    <dgm:pt modelId="{1DEA083D-A68A-4700-A5D2-C1254FEE70D2}" type="sibTrans" cxnId="{ECD9EF18-FA66-4AF9-BA6C-ABC8FE1FD976}">
      <dgm:prSet/>
      <dgm:spPr/>
      <dgm:t>
        <a:bodyPr/>
        <a:lstStyle/>
        <a:p>
          <a:endParaRPr lang="en-US"/>
        </a:p>
      </dgm:t>
    </dgm:pt>
    <dgm:pt modelId="{1423A792-2D8A-4BB6-A713-4F6E22248928}">
      <dgm:prSet/>
      <dgm:spPr/>
      <dgm:t>
        <a:bodyPr/>
        <a:lstStyle/>
        <a:p>
          <a:r>
            <a:rPr lang="en-US"/>
            <a:t>2. Observer le spike dans Grafana</a:t>
          </a:r>
        </a:p>
      </dgm:t>
    </dgm:pt>
    <dgm:pt modelId="{FF657790-3AA9-4FB8-B314-DEC90D6E7845}" type="parTrans" cxnId="{E6CAD10A-4807-432F-8F31-B76ECA905B8A}">
      <dgm:prSet/>
      <dgm:spPr/>
      <dgm:t>
        <a:bodyPr/>
        <a:lstStyle/>
        <a:p>
          <a:endParaRPr lang="en-US"/>
        </a:p>
      </dgm:t>
    </dgm:pt>
    <dgm:pt modelId="{7D0B8161-DDBF-4C8B-828F-292A7374E326}" type="sibTrans" cxnId="{E6CAD10A-4807-432F-8F31-B76ECA905B8A}">
      <dgm:prSet/>
      <dgm:spPr/>
      <dgm:t>
        <a:bodyPr/>
        <a:lstStyle/>
        <a:p>
          <a:endParaRPr lang="en-US"/>
        </a:p>
      </dgm:t>
    </dgm:pt>
    <dgm:pt modelId="{AF282485-23DD-4361-AD67-0102F35CA00E}">
      <dgm:prSet/>
      <dgm:spPr/>
      <dgm:t>
        <a:bodyPr/>
        <a:lstStyle/>
        <a:p>
          <a:r>
            <a:rPr lang="en-US"/>
            <a:t>3. Vérifier la latence et les endpoints</a:t>
          </a:r>
        </a:p>
      </dgm:t>
    </dgm:pt>
    <dgm:pt modelId="{24889B51-4B39-430D-8278-920966A9D2D4}" type="parTrans" cxnId="{ACE2F197-D59E-4E8A-A12E-BDD509026EFE}">
      <dgm:prSet/>
      <dgm:spPr/>
      <dgm:t>
        <a:bodyPr/>
        <a:lstStyle/>
        <a:p>
          <a:endParaRPr lang="en-US"/>
        </a:p>
      </dgm:t>
    </dgm:pt>
    <dgm:pt modelId="{836934B3-4958-4A8C-B097-7969809B086F}" type="sibTrans" cxnId="{ACE2F197-D59E-4E8A-A12E-BDD509026EFE}">
      <dgm:prSet/>
      <dgm:spPr/>
      <dgm:t>
        <a:bodyPr/>
        <a:lstStyle/>
        <a:p>
          <a:endParaRPr lang="en-US"/>
        </a:p>
      </dgm:t>
    </dgm:pt>
    <dgm:pt modelId="{5570262A-0C52-4267-BFEF-A1E88BA174BD}">
      <dgm:prSet/>
      <dgm:spPr/>
      <dgm:t>
        <a:bodyPr/>
        <a:lstStyle/>
        <a:p>
          <a:r>
            <a:rPr lang="en-US"/>
            <a:t>4. Corréler avec les logs Loki</a:t>
          </a:r>
        </a:p>
      </dgm:t>
    </dgm:pt>
    <dgm:pt modelId="{579833CD-482B-41B7-AAA4-AF20DCE30EA0}" type="parTrans" cxnId="{C44E1C07-46D1-42C9-805D-E7062927F0C4}">
      <dgm:prSet/>
      <dgm:spPr/>
      <dgm:t>
        <a:bodyPr/>
        <a:lstStyle/>
        <a:p>
          <a:endParaRPr lang="en-US"/>
        </a:p>
      </dgm:t>
    </dgm:pt>
    <dgm:pt modelId="{A1897A69-8FF2-401F-9373-EA61948ABA88}" type="sibTrans" cxnId="{C44E1C07-46D1-42C9-805D-E7062927F0C4}">
      <dgm:prSet/>
      <dgm:spPr/>
      <dgm:t>
        <a:bodyPr/>
        <a:lstStyle/>
        <a:p>
          <a:endParaRPr lang="en-US"/>
        </a:p>
      </dgm:t>
    </dgm:pt>
    <dgm:pt modelId="{7B3ECBB2-80F9-4F5C-9112-645A9E62AD2A}">
      <dgm:prSet/>
      <dgm:spPr/>
      <dgm:t>
        <a:bodyPr/>
        <a:lstStyle/>
        <a:p>
          <a:r>
            <a:rPr lang="en-US" dirty="0"/>
            <a:t>Conclusion</a:t>
          </a:r>
        </a:p>
      </dgm:t>
    </dgm:pt>
    <dgm:pt modelId="{6D553237-25F4-4B3D-9C60-E24DCC57B411}" type="parTrans" cxnId="{6CF250EB-B8B3-4A62-AF71-196B424138B3}">
      <dgm:prSet/>
      <dgm:spPr/>
      <dgm:t>
        <a:bodyPr/>
        <a:lstStyle/>
        <a:p>
          <a:endParaRPr lang="en-US"/>
        </a:p>
      </dgm:t>
    </dgm:pt>
    <dgm:pt modelId="{6E17BFB2-6D46-488D-83ED-36177C3053AD}" type="sibTrans" cxnId="{6CF250EB-B8B3-4A62-AF71-196B424138B3}">
      <dgm:prSet/>
      <dgm:spPr/>
      <dgm:t>
        <a:bodyPr/>
        <a:lstStyle/>
        <a:p>
          <a:endParaRPr lang="en-US"/>
        </a:p>
      </dgm:t>
    </dgm:pt>
    <dgm:pt modelId="{4A7E6CFB-96CF-4164-8841-DD2B9A6A8CF3}">
      <dgm:prSet/>
      <dgm:spPr/>
      <dgm:t>
        <a:bodyPr/>
        <a:lstStyle/>
        <a:p>
          <a:r>
            <a:rPr lang="en-US"/>
            <a:t>métriques + logs permettent d’identifier rapidement la cause.</a:t>
          </a:r>
        </a:p>
      </dgm:t>
    </dgm:pt>
    <dgm:pt modelId="{200F1BA6-EBC0-415B-AB99-269A8F06F2EB}" type="parTrans" cxnId="{4BFA03B9-2CF0-4150-9654-B1A0CAD9A129}">
      <dgm:prSet/>
      <dgm:spPr/>
      <dgm:t>
        <a:bodyPr/>
        <a:lstStyle/>
        <a:p>
          <a:endParaRPr lang="en-US"/>
        </a:p>
      </dgm:t>
    </dgm:pt>
    <dgm:pt modelId="{DD500DCD-68CD-4B00-9A2E-01B576542D5E}" type="sibTrans" cxnId="{4BFA03B9-2CF0-4150-9654-B1A0CAD9A129}">
      <dgm:prSet/>
      <dgm:spPr/>
      <dgm:t>
        <a:bodyPr/>
        <a:lstStyle/>
        <a:p>
          <a:endParaRPr lang="en-US"/>
        </a:p>
      </dgm:t>
    </dgm:pt>
    <dgm:pt modelId="{9575DB2F-04C2-8740-AF81-D9D2FF4B010F}" type="pres">
      <dgm:prSet presAssocID="{822C15A4-6589-496D-9C3E-83156EE4AF5B}" presName="Name0" presStyleCnt="0">
        <dgm:presLayoutVars>
          <dgm:dir/>
          <dgm:animLvl val="lvl"/>
          <dgm:resizeHandles val="exact"/>
        </dgm:presLayoutVars>
      </dgm:prSet>
      <dgm:spPr/>
    </dgm:pt>
    <dgm:pt modelId="{5287FE82-8AFC-8341-A708-436F0A48C234}" type="pres">
      <dgm:prSet presAssocID="{E8360C31-DDDE-4F0D-90A2-6FA215471CF9}" presName="linNode" presStyleCnt="0"/>
      <dgm:spPr/>
    </dgm:pt>
    <dgm:pt modelId="{0333743A-396D-6641-A9D8-6342DC9A014B}" type="pres">
      <dgm:prSet presAssocID="{E8360C31-DDDE-4F0D-90A2-6FA215471CF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823C79C-84C9-184D-8390-B79CE1E52939}" type="pres">
      <dgm:prSet presAssocID="{E8360C31-DDDE-4F0D-90A2-6FA215471CF9}" presName="descendantText" presStyleLbl="alignAccFollowNode1" presStyleIdx="0" presStyleCnt="3">
        <dgm:presLayoutVars>
          <dgm:bulletEnabled val="1"/>
        </dgm:presLayoutVars>
      </dgm:prSet>
      <dgm:spPr/>
    </dgm:pt>
    <dgm:pt modelId="{40A1785F-9277-6542-A5CF-9119ADE1C8E8}" type="pres">
      <dgm:prSet presAssocID="{D2FDF3E3-E543-4F54-9168-E23C29C708CD}" presName="sp" presStyleCnt="0"/>
      <dgm:spPr/>
    </dgm:pt>
    <dgm:pt modelId="{01BD2D4B-9E3F-1447-826C-4B739B257E6C}" type="pres">
      <dgm:prSet presAssocID="{CCCF19F3-64E2-43E4-B3B4-0924B66BD041}" presName="linNode" presStyleCnt="0"/>
      <dgm:spPr/>
    </dgm:pt>
    <dgm:pt modelId="{806FF917-CB85-974D-BDE4-F711C17FB8FB}" type="pres">
      <dgm:prSet presAssocID="{CCCF19F3-64E2-43E4-B3B4-0924B66BD04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B3F69C6-A4ED-844A-90B0-F39EBB62DC40}" type="pres">
      <dgm:prSet presAssocID="{CCCF19F3-64E2-43E4-B3B4-0924B66BD041}" presName="descendantText" presStyleLbl="alignAccFollowNode1" presStyleIdx="1" presStyleCnt="3">
        <dgm:presLayoutVars>
          <dgm:bulletEnabled val="1"/>
        </dgm:presLayoutVars>
      </dgm:prSet>
      <dgm:spPr/>
    </dgm:pt>
    <dgm:pt modelId="{2820B4B3-FD03-F54F-99D0-B260220D16B6}" type="pres">
      <dgm:prSet presAssocID="{4AE58F59-AF5C-47C8-9509-016DD14A0FAF}" presName="sp" presStyleCnt="0"/>
      <dgm:spPr/>
    </dgm:pt>
    <dgm:pt modelId="{AF0AB352-858A-964A-8950-6877C7DB161D}" type="pres">
      <dgm:prSet presAssocID="{7B3ECBB2-80F9-4F5C-9112-645A9E62AD2A}" presName="linNode" presStyleCnt="0"/>
      <dgm:spPr/>
    </dgm:pt>
    <dgm:pt modelId="{469E08E3-5A77-1E49-BCB9-92E2403E4B9C}" type="pres">
      <dgm:prSet presAssocID="{7B3ECBB2-80F9-4F5C-9112-645A9E62AD2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F25216C-4DE0-4346-8175-C12E2E966FEE}" type="pres">
      <dgm:prSet presAssocID="{7B3ECBB2-80F9-4F5C-9112-645A9E62AD2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44E1C07-46D1-42C9-805D-E7062927F0C4}" srcId="{CCCF19F3-64E2-43E4-B3B4-0924B66BD041}" destId="{5570262A-0C52-4267-BFEF-A1E88BA174BD}" srcOrd="3" destOrd="0" parTransId="{579833CD-482B-41B7-AAA4-AF20DCE30EA0}" sibTransId="{A1897A69-8FF2-401F-9373-EA61948ABA88}"/>
    <dgm:cxn modelId="{E6CAD10A-4807-432F-8F31-B76ECA905B8A}" srcId="{CCCF19F3-64E2-43E4-B3B4-0924B66BD041}" destId="{1423A792-2D8A-4BB6-A713-4F6E22248928}" srcOrd="1" destOrd="0" parTransId="{FF657790-3AA9-4FB8-B314-DEC90D6E7845}" sibTransId="{7D0B8161-DDBF-4C8B-828F-292A7374E326}"/>
    <dgm:cxn modelId="{ECD9EF18-FA66-4AF9-BA6C-ABC8FE1FD976}" srcId="{CCCF19F3-64E2-43E4-B3B4-0924B66BD041}" destId="{C04E22D0-FA0E-497C-A9BF-0864090DD697}" srcOrd="0" destOrd="0" parTransId="{4EAE4E4A-E59E-4FD3-8A42-C82A457F51D6}" sibTransId="{1DEA083D-A68A-4700-A5D2-C1254FEE70D2}"/>
    <dgm:cxn modelId="{BE0CF81B-3CDB-4048-8EC5-822232049F16}" srcId="{E8360C31-DDDE-4F0D-90A2-6FA215471CF9}" destId="{21CFBBEF-1678-4543-8818-3FD6E1D76ABD}" srcOrd="0" destOrd="0" parTransId="{09D5F9D0-7044-4F30-A8A7-E189FA13210A}" sibTransId="{CADE2BCA-EBCC-49D4-A574-A953A203784F}"/>
    <dgm:cxn modelId="{9322BD21-5FAB-C84A-9117-B77BCC647D39}" type="presOf" srcId="{CCCF19F3-64E2-43E4-B3B4-0924B66BD041}" destId="{806FF917-CB85-974D-BDE4-F711C17FB8FB}" srcOrd="0" destOrd="0" presId="urn:microsoft.com/office/officeart/2005/8/layout/vList5"/>
    <dgm:cxn modelId="{DADA0923-1679-504C-B13E-9B8FE2EBBB3D}" type="presOf" srcId="{5570262A-0C52-4267-BFEF-A1E88BA174BD}" destId="{3B3F69C6-A4ED-844A-90B0-F39EBB62DC40}" srcOrd="0" destOrd="3" presId="urn:microsoft.com/office/officeart/2005/8/layout/vList5"/>
    <dgm:cxn modelId="{28D1CB5B-EC50-D641-9228-DD2C11E29B55}" type="presOf" srcId="{C04E22D0-FA0E-497C-A9BF-0864090DD697}" destId="{3B3F69C6-A4ED-844A-90B0-F39EBB62DC40}" srcOrd="0" destOrd="0" presId="urn:microsoft.com/office/officeart/2005/8/layout/vList5"/>
    <dgm:cxn modelId="{A8B1186A-0AF9-4D6B-B4D1-B5A98CD93428}" srcId="{822C15A4-6589-496D-9C3E-83156EE4AF5B}" destId="{CCCF19F3-64E2-43E4-B3B4-0924B66BD041}" srcOrd="1" destOrd="0" parTransId="{4D45BAF2-25BA-42B6-8CBE-AC195F2C51E8}" sibTransId="{4AE58F59-AF5C-47C8-9509-016DD14A0FAF}"/>
    <dgm:cxn modelId="{B9F2286F-035A-6A4B-B635-EE1D3730F3E6}" type="presOf" srcId="{7B3ECBB2-80F9-4F5C-9112-645A9E62AD2A}" destId="{469E08E3-5A77-1E49-BCB9-92E2403E4B9C}" srcOrd="0" destOrd="0" presId="urn:microsoft.com/office/officeart/2005/8/layout/vList5"/>
    <dgm:cxn modelId="{2A5F267A-1626-0445-8392-EA465DE658F3}" type="presOf" srcId="{21CFBBEF-1678-4543-8818-3FD6E1D76ABD}" destId="{5823C79C-84C9-184D-8390-B79CE1E52939}" srcOrd="0" destOrd="0" presId="urn:microsoft.com/office/officeart/2005/8/layout/vList5"/>
    <dgm:cxn modelId="{BCCF688E-F64E-634A-A7CE-FF09B2562514}" type="presOf" srcId="{4A7E6CFB-96CF-4164-8841-DD2B9A6A8CF3}" destId="{8F25216C-4DE0-4346-8175-C12E2E966FEE}" srcOrd="0" destOrd="0" presId="urn:microsoft.com/office/officeart/2005/8/layout/vList5"/>
    <dgm:cxn modelId="{4AC3DE92-B886-B94F-81C4-E38260DA4390}" type="presOf" srcId="{1423A792-2D8A-4BB6-A713-4F6E22248928}" destId="{3B3F69C6-A4ED-844A-90B0-F39EBB62DC40}" srcOrd="0" destOrd="1" presId="urn:microsoft.com/office/officeart/2005/8/layout/vList5"/>
    <dgm:cxn modelId="{ACE2F197-D59E-4E8A-A12E-BDD509026EFE}" srcId="{CCCF19F3-64E2-43E4-B3B4-0924B66BD041}" destId="{AF282485-23DD-4361-AD67-0102F35CA00E}" srcOrd="2" destOrd="0" parTransId="{24889B51-4B39-430D-8278-920966A9D2D4}" sibTransId="{836934B3-4958-4A8C-B097-7969809B086F}"/>
    <dgm:cxn modelId="{AA03FFA4-5DBB-445F-B514-000C2F1F2FF6}" srcId="{822C15A4-6589-496D-9C3E-83156EE4AF5B}" destId="{E8360C31-DDDE-4F0D-90A2-6FA215471CF9}" srcOrd="0" destOrd="0" parTransId="{E8452051-A24A-4B9D-8DBE-0D7F2EC5F8E9}" sibTransId="{D2FDF3E3-E543-4F54-9168-E23C29C708CD}"/>
    <dgm:cxn modelId="{3827CBAB-596F-6245-A12D-5488607B157A}" type="presOf" srcId="{AF282485-23DD-4361-AD67-0102F35CA00E}" destId="{3B3F69C6-A4ED-844A-90B0-F39EBB62DC40}" srcOrd="0" destOrd="2" presId="urn:microsoft.com/office/officeart/2005/8/layout/vList5"/>
    <dgm:cxn modelId="{4BFA03B9-2CF0-4150-9654-B1A0CAD9A129}" srcId="{7B3ECBB2-80F9-4F5C-9112-645A9E62AD2A}" destId="{4A7E6CFB-96CF-4164-8841-DD2B9A6A8CF3}" srcOrd="0" destOrd="0" parTransId="{200F1BA6-EBC0-415B-AB99-269A8F06F2EB}" sibTransId="{DD500DCD-68CD-4B00-9A2E-01B576542D5E}"/>
    <dgm:cxn modelId="{8026BED5-1C49-2D49-96F8-F5C7526FE4C6}" type="presOf" srcId="{822C15A4-6589-496D-9C3E-83156EE4AF5B}" destId="{9575DB2F-04C2-8740-AF81-D9D2FF4B010F}" srcOrd="0" destOrd="0" presId="urn:microsoft.com/office/officeart/2005/8/layout/vList5"/>
    <dgm:cxn modelId="{6CF250EB-B8B3-4A62-AF71-196B424138B3}" srcId="{822C15A4-6589-496D-9C3E-83156EE4AF5B}" destId="{7B3ECBB2-80F9-4F5C-9112-645A9E62AD2A}" srcOrd="2" destOrd="0" parTransId="{6D553237-25F4-4B3D-9C60-E24DCC57B411}" sibTransId="{6E17BFB2-6D46-488D-83ED-36177C3053AD}"/>
    <dgm:cxn modelId="{3A384DFC-6FD5-AA43-89E2-736DF58BC1D8}" type="presOf" srcId="{E8360C31-DDDE-4F0D-90A2-6FA215471CF9}" destId="{0333743A-396D-6641-A9D8-6342DC9A014B}" srcOrd="0" destOrd="0" presId="urn:microsoft.com/office/officeart/2005/8/layout/vList5"/>
    <dgm:cxn modelId="{11D79CF1-BD21-8A4A-96C9-DBBF1693D73C}" type="presParOf" srcId="{9575DB2F-04C2-8740-AF81-D9D2FF4B010F}" destId="{5287FE82-8AFC-8341-A708-436F0A48C234}" srcOrd="0" destOrd="0" presId="urn:microsoft.com/office/officeart/2005/8/layout/vList5"/>
    <dgm:cxn modelId="{3BB7DF05-B3A9-3F47-B792-43602A9650B1}" type="presParOf" srcId="{5287FE82-8AFC-8341-A708-436F0A48C234}" destId="{0333743A-396D-6641-A9D8-6342DC9A014B}" srcOrd="0" destOrd="0" presId="urn:microsoft.com/office/officeart/2005/8/layout/vList5"/>
    <dgm:cxn modelId="{01449E81-62D8-2247-A321-C6EA2D095F4A}" type="presParOf" srcId="{5287FE82-8AFC-8341-A708-436F0A48C234}" destId="{5823C79C-84C9-184D-8390-B79CE1E52939}" srcOrd="1" destOrd="0" presId="urn:microsoft.com/office/officeart/2005/8/layout/vList5"/>
    <dgm:cxn modelId="{639DB14A-5EDA-F74B-BC45-BC9AB9BF6144}" type="presParOf" srcId="{9575DB2F-04C2-8740-AF81-D9D2FF4B010F}" destId="{40A1785F-9277-6542-A5CF-9119ADE1C8E8}" srcOrd="1" destOrd="0" presId="urn:microsoft.com/office/officeart/2005/8/layout/vList5"/>
    <dgm:cxn modelId="{EC486BDF-B6A7-7A4C-A687-E1771484AD91}" type="presParOf" srcId="{9575DB2F-04C2-8740-AF81-D9D2FF4B010F}" destId="{01BD2D4B-9E3F-1447-826C-4B739B257E6C}" srcOrd="2" destOrd="0" presId="urn:microsoft.com/office/officeart/2005/8/layout/vList5"/>
    <dgm:cxn modelId="{4D4E0141-2168-0B46-8C38-09999AFCAAAD}" type="presParOf" srcId="{01BD2D4B-9E3F-1447-826C-4B739B257E6C}" destId="{806FF917-CB85-974D-BDE4-F711C17FB8FB}" srcOrd="0" destOrd="0" presId="urn:microsoft.com/office/officeart/2005/8/layout/vList5"/>
    <dgm:cxn modelId="{22F7E0E6-BF18-C549-8337-58D40A58EDC3}" type="presParOf" srcId="{01BD2D4B-9E3F-1447-826C-4B739B257E6C}" destId="{3B3F69C6-A4ED-844A-90B0-F39EBB62DC40}" srcOrd="1" destOrd="0" presId="urn:microsoft.com/office/officeart/2005/8/layout/vList5"/>
    <dgm:cxn modelId="{7E2F1872-9B00-044F-88EC-6920E386D39C}" type="presParOf" srcId="{9575DB2F-04C2-8740-AF81-D9D2FF4B010F}" destId="{2820B4B3-FD03-F54F-99D0-B260220D16B6}" srcOrd="3" destOrd="0" presId="urn:microsoft.com/office/officeart/2005/8/layout/vList5"/>
    <dgm:cxn modelId="{98B3CFBD-C4DF-BA4D-95EE-BC8024E89018}" type="presParOf" srcId="{9575DB2F-04C2-8740-AF81-D9D2FF4B010F}" destId="{AF0AB352-858A-964A-8950-6877C7DB161D}" srcOrd="4" destOrd="0" presId="urn:microsoft.com/office/officeart/2005/8/layout/vList5"/>
    <dgm:cxn modelId="{1A633894-AEE5-5849-83B5-82B325588674}" type="presParOf" srcId="{AF0AB352-858A-964A-8950-6877C7DB161D}" destId="{469E08E3-5A77-1E49-BCB9-92E2403E4B9C}" srcOrd="0" destOrd="0" presId="urn:microsoft.com/office/officeart/2005/8/layout/vList5"/>
    <dgm:cxn modelId="{E4BACC3B-4A23-554B-A359-3F29A3F43390}" type="presParOf" srcId="{AF0AB352-858A-964A-8950-6877C7DB161D}" destId="{8F25216C-4DE0-4346-8175-C12E2E966FE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16ABB90-B7DA-4403-9132-528843D624E3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FEE30D-DF7A-4C8F-908F-839CF994D7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Résultat : </a:t>
          </a:r>
        </a:p>
      </dgm:t>
    </dgm:pt>
    <dgm:pt modelId="{650E9CE3-980F-452A-BF41-065996A30837}" type="parTrans" cxnId="{09A3C139-EF90-4CF6-A7BC-517E8A644B6A}">
      <dgm:prSet/>
      <dgm:spPr/>
      <dgm:t>
        <a:bodyPr/>
        <a:lstStyle/>
        <a:p>
          <a:endParaRPr lang="en-US"/>
        </a:p>
      </dgm:t>
    </dgm:pt>
    <dgm:pt modelId="{FB530160-500F-4175-80A9-2235A4A9A127}" type="sibTrans" cxnId="{09A3C139-EF90-4CF6-A7BC-517E8A644B6A}">
      <dgm:prSet/>
      <dgm:spPr/>
      <dgm:t>
        <a:bodyPr/>
        <a:lstStyle/>
        <a:p>
          <a:endParaRPr lang="en-US"/>
        </a:p>
      </dgm:t>
    </dgm:pt>
    <dgm:pt modelId="{3AB4AC77-C32A-4736-8DAF-09F881450C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une plateforme de supervision reproductible.</a:t>
          </a:r>
        </a:p>
      </dgm:t>
    </dgm:pt>
    <dgm:pt modelId="{3FB105C0-ABA0-4231-A536-054BAD7EFC68}" type="parTrans" cxnId="{AB0970F5-32EF-4DA5-A1DC-E11EF2257325}">
      <dgm:prSet/>
      <dgm:spPr/>
      <dgm:t>
        <a:bodyPr/>
        <a:lstStyle/>
        <a:p>
          <a:endParaRPr lang="en-US"/>
        </a:p>
      </dgm:t>
    </dgm:pt>
    <dgm:pt modelId="{90DC377A-F00D-4187-8398-988E10FB52FA}" type="sibTrans" cxnId="{AB0970F5-32EF-4DA5-A1DC-E11EF2257325}">
      <dgm:prSet/>
      <dgm:spPr/>
      <dgm:t>
        <a:bodyPr/>
        <a:lstStyle/>
        <a:p>
          <a:endParaRPr lang="en-US"/>
        </a:p>
      </dgm:t>
    </dgm:pt>
    <dgm:pt modelId="{C33B6F3F-0273-47CC-AABB-C398B3A87F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Points forts :</a:t>
          </a:r>
        </a:p>
      </dgm:t>
    </dgm:pt>
    <dgm:pt modelId="{5E193457-78D8-4FCB-B48E-F4B8685A8947}" type="parTrans" cxnId="{8E20D45E-0990-460E-B07F-F0A74E4C1E2C}">
      <dgm:prSet/>
      <dgm:spPr/>
      <dgm:t>
        <a:bodyPr/>
        <a:lstStyle/>
        <a:p>
          <a:endParaRPr lang="en-US"/>
        </a:p>
      </dgm:t>
    </dgm:pt>
    <dgm:pt modelId="{21A0D8D8-2FE5-4E41-830D-40B057BC9EC8}" type="sibTrans" cxnId="{8E20D45E-0990-460E-B07F-F0A74E4C1E2C}">
      <dgm:prSet/>
      <dgm:spPr/>
      <dgm:t>
        <a:bodyPr/>
        <a:lstStyle/>
        <a:p>
          <a:endParaRPr lang="en-US"/>
        </a:p>
      </dgm:t>
    </dgm:pt>
    <dgm:pt modelId="{EBB86926-CDFF-4D18-9CBF-CE3456DE61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Stack complète Prometheus/Grafana</a:t>
          </a:r>
        </a:p>
      </dgm:t>
    </dgm:pt>
    <dgm:pt modelId="{7D862273-6CD4-4BCD-8FDB-9208CA3F42A0}" type="parTrans" cxnId="{3C6E6FC1-D04D-4439-9019-2EDF3563F7CA}">
      <dgm:prSet/>
      <dgm:spPr/>
      <dgm:t>
        <a:bodyPr/>
        <a:lstStyle/>
        <a:p>
          <a:endParaRPr lang="en-US"/>
        </a:p>
      </dgm:t>
    </dgm:pt>
    <dgm:pt modelId="{F9287621-30C5-4655-B92E-0A6FC31A8D00}" type="sibTrans" cxnId="{3C6E6FC1-D04D-4439-9019-2EDF3563F7CA}">
      <dgm:prSet/>
      <dgm:spPr/>
      <dgm:t>
        <a:bodyPr/>
        <a:lstStyle/>
        <a:p>
          <a:endParaRPr lang="en-US"/>
        </a:p>
      </dgm:t>
    </dgm:pt>
    <dgm:pt modelId="{D5646204-FB21-4158-84DB-ADED86635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Dashboards lisibles</a:t>
          </a:r>
        </a:p>
      </dgm:t>
    </dgm:pt>
    <dgm:pt modelId="{928517C1-1FDB-4DFB-9FF9-8277EAD4BDCB}" type="parTrans" cxnId="{07FD70D0-F04E-4A2C-9252-B5370F115BD1}">
      <dgm:prSet/>
      <dgm:spPr/>
      <dgm:t>
        <a:bodyPr/>
        <a:lstStyle/>
        <a:p>
          <a:endParaRPr lang="en-US"/>
        </a:p>
      </dgm:t>
    </dgm:pt>
    <dgm:pt modelId="{032C040D-B976-42C6-BAA6-4E16637B821B}" type="sibTrans" cxnId="{07FD70D0-F04E-4A2C-9252-B5370F115BD1}">
      <dgm:prSet/>
      <dgm:spPr/>
      <dgm:t>
        <a:bodyPr/>
        <a:lstStyle/>
        <a:p>
          <a:endParaRPr lang="en-US"/>
        </a:p>
      </dgm:t>
    </dgm:pt>
    <dgm:pt modelId="{E790EE84-BEE8-4BFD-AC8B-5189FB1049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Alertes actionnables</a:t>
          </a:r>
        </a:p>
      </dgm:t>
    </dgm:pt>
    <dgm:pt modelId="{500AE7A5-1863-402A-AD3E-B79C4D71C396}" type="parTrans" cxnId="{E6427B3E-A638-467C-AEF0-4E2D6048DB8A}">
      <dgm:prSet/>
      <dgm:spPr/>
      <dgm:t>
        <a:bodyPr/>
        <a:lstStyle/>
        <a:p>
          <a:endParaRPr lang="en-US"/>
        </a:p>
      </dgm:t>
    </dgm:pt>
    <dgm:pt modelId="{BC93BF99-7144-40B9-A1B0-28D469BF09D0}" type="sibTrans" cxnId="{E6427B3E-A638-467C-AEF0-4E2D6048DB8A}">
      <dgm:prSet/>
      <dgm:spPr/>
      <dgm:t>
        <a:bodyPr/>
        <a:lstStyle/>
        <a:p>
          <a:endParaRPr lang="en-US"/>
        </a:p>
      </dgm:t>
    </dgm:pt>
    <dgm:pt modelId="{CF1457AA-ED5A-405E-A633-BD758EFDE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Corrélation métriques + logs</a:t>
          </a:r>
        </a:p>
      </dgm:t>
    </dgm:pt>
    <dgm:pt modelId="{7D075898-06B7-4B13-AFEB-B7D45076C4A7}" type="parTrans" cxnId="{AE7AF6FD-B4E8-4C8B-A475-FD6FA3632FB2}">
      <dgm:prSet/>
      <dgm:spPr/>
      <dgm:t>
        <a:bodyPr/>
        <a:lstStyle/>
        <a:p>
          <a:endParaRPr lang="en-US"/>
        </a:p>
      </dgm:t>
    </dgm:pt>
    <dgm:pt modelId="{364AF094-525E-476D-BD4E-CA264D394747}" type="sibTrans" cxnId="{AE7AF6FD-B4E8-4C8B-A475-FD6FA3632FB2}">
      <dgm:prSet/>
      <dgm:spPr/>
      <dgm:t>
        <a:bodyPr/>
        <a:lstStyle/>
        <a:p>
          <a:endParaRPr lang="en-US"/>
        </a:p>
      </dgm:t>
    </dgm:pt>
    <dgm:pt modelId="{2AB110E2-29A4-4C94-8E15-92C8048942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Objectif atteint : </a:t>
          </a:r>
        </a:p>
      </dgm:t>
    </dgm:pt>
    <dgm:pt modelId="{165AB93C-25F8-4398-BDA1-4D7391E6F4EF}" type="parTrans" cxnId="{DF10ECD0-C7A3-441A-9D7F-1F3A1A5FC5B5}">
      <dgm:prSet/>
      <dgm:spPr/>
      <dgm:t>
        <a:bodyPr/>
        <a:lstStyle/>
        <a:p>
          <a:endParaRPr lang="en-US"/>
        </a:p>
      </dgm:t>
    </dgm:pt>
    <dgm:pt modelId="{636F514B-D690-4748-B636-7CD4A33C02EA}" type="sibTrans" cxnId="{DF10ECD0-C7A3-441A-9D7F-1F3A1A5FC5B5}">
      <dgm:prSet/>
      <dgm:spPr/>
      <dgm:t>
        <a:bodyPr/>
        <a:lstStyle/>
        <a:p>
          <a:endParaRPr lang="en-US"/>
        </a:p>
      </dgm:t>
    </dgm:pt>
    <dgm:pt modelId="{2BC401BE-A03E-46B6-AA8D-8A89E986E0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diagnostiquer rapidement un incident en production.</a:t>
          </a:r>
        </a:p>
      </dgm:t>
    </dgm:pt>
    <dgm:pt modelId="{3BDBCC51-57C1-4F9F-8413-F6BD62FE8970}" type="parTrans" cxnId="{B15FEF11-E533-4A7A-AE78-28EEAC495078}">
      <dgm:prSet/>
      <dgm:spPr/>
      <dgm:t>
        <a:bodyPr/>
        <a:lstStyle/>
        <a:p>
          <a:endParaRPr lang="en-US"/>
        </a:p>
      </dgm:t>
    </dgm:pt>
    <dgm:pt modelId="{0A309014-85A2-4A2A-A670-44E0AF597E7E}" type="sibTrans" cxnId="{B15FEF11-E533-4A7A-AE78-28EEAC495078}">
      <dgm:prSet/>
      <dgm:spPr/>
      <dgm:t>
        <a:bodyPr/>
        <a:lstStyle/>
        <a:p>
          <a:endParaRPr lang="en-US"/>
        </a:p>
      </dgm:t>
    </dgm:pt>
    <dgm:pt modelId="{7E37869B-32C9-42A6-99D5-67A0BD9DE848}" type="pres">
      <dgm:prSet presAssocID="{D16ABB90-B7DA-4403-9132-528843D624E3}" presName="root" presStyleCnt="0">
        <dgm:presLayoutVars>
          <dgm:dir/>
          <dgm:resizeHandles val="exact"/>
        </dgm:presLayoutVars>
      </dgm:prSet>
      <dgm:spPr/>
    </dgm:pt>
    <dgm:pt modelId="{FE39E865-41FB-4A56-9477-673DE9090739}" type="pres">
      <dgm:prSet presAssocID="{70FEE30D-DF7A-4C8F-908F-839CF994D760}" presName="compNode" presStyleCnt="0"/>
      <dgm:spPr/>
    </dgm:pt>
    <dgm:pt modelId="{CAF56BA2-6953-4A08-B25E-C92357D9F0B8}" type="pres">
      <dgm:prSet presAssocID="{70FEE30D-DF7A-4C8F-908F-839CF994D76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fique"/>
        </a:ext>
      </dgm:extLst>
    </dgm:pt>
    <dgm:pt modelId="{3B3CD4DA-CD72-4468-8EFF-E78A331143E5}" type="pres">
      <dgm:prSet presAssocID="{70FEE30D-DF7A-4C8F-908F-839CF994D760}" presName="iconSpace" presStyleCnt="0"/>
      <dgm:spPr/>
    </dgm:pt>
    <dgm:pt modelId="{E4A1B3FD-94D2-4921-BEAE-038C6560A3AA}" type="pres">
      <dgm:prSet presAssocID="{70FEE30D-DF7A-4C8F-908F-839CF994D760}" presName="parTx" presStyleLbl="revTx" presStyleIdx="0" presStyleCnt="6">
        <dgm:presLayoutVars>
          <dgm:chMax val="0"/>
          <dgm:chPref val="0"/>
        </dgm:presLayoutVars>
      </dgm:prSet>
      <dgm:spPr/>
    </dgm:pt>
    <dgm:pt modelId="{C2B4AFC4-EDAE-4FE8-82CF-8D2AD03EF7C9}" type="pres">
      <dgm:prSet presAssocID="{70FEE30D-DF7A-4C8F-908F-839CF994D760}" presName="txSpace" presStyleCnt="0"/>
      <dgm:spPr/>
    </dgm:pt>
    <dgm:pt modelId="{0DFEC0A0-118D-4210-A119-9752BF40275E}" type="pres">
      <dgm:prSet presAssocID="{70FEE30D-DF7A-4C8F-908F-839CF994D760}" presName="desTx" presStyleLbl="revTx" presStyleIdx="1" presStyleCnt="6">
        <dgm:presLayoutVars/>
      </dgm:prSet>
      <dgm:spPr/>
    </dgm:pt>
    <dgm:pt modelId="{11E13C42-393D-4246-B3D4-5C34E5377FD9}" type="pres">
      <dgm:prSet presAssocID="{FB530160-500F-4175-80A9-2235A4A9A127}" presName="sibTrans" presStyleCnt="0"/>
      <dgm:spPr/>
    </dgm:pt>
    <dgm:pt modelId="{6AF700D9-B5E2-46F6-AC9C-998F96367060}" type="pres">
      <dgm:prSet presAssocID="{C33B6F3F-0273-47CC-AABB-C398B3A87F7D}" presName="compNode" presStyleCnt="0"/>
      <dgm:spPr/>
    </dgm:pt>
    <dgm:pt modelId="{4A950013-2D86-400A-B38A-74BC977922AA}" type="pres">
      <dgm:prSet presAssocID="{C33B6F3F-0273-47CC-AABB-C398B3A87F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ère"/>
        </a:ext>
      </dgm:extLst>
    </dgm:pt>
    <dgm:pt modelId="{94B9BFE1-14FA-4D60-AAB5-100F1CFCC36C}" type="pres">
      <dgm:prSet presAssocID="{C33B6F3F-0273-47CC-AABB-C398B3A87F7D}" presName="iconSpace" presStyleCnt="0"/>
      <dgm:spPr/>
    </dgm:pt>
    <dgm:pt modelId="{48D4F0D8-8A4F-4998-97F7-4CF8D38DF18A}" type="pres">
      <dgm:prSet presAssocID="{C33B6F3F-0273-47CC-AABB-C398B3A87F7D}" presName="parTx" presStyleLbl="revTx" presStyleIdx="2" presStyleCnt="6">
        <dgm:presLayoutVars>
          <dgm:chMax val="0"/>
          <dgm:chPref val="0"/>
        </dgm:presLayoutVars>
      </dgm:prSet>
      <dgm:spPr/>
    </dgm:pt>
    <dgm:pt modelId="{9759B97A-9392-478D-B654-7AED00BC6BE2}" type="pres">
      <dgm:prSet presAssocID="{C33B6F3F-0273-47CC-AABB-C398B3A87F7D}" presName="txSpace" presStyleCnt="0"/>
      <dgm:spPr/>
    </dgm:pt>
    <dgm:pt modelId="{939302A6-A822-4D2E-B048-D0C4ADE190BE}" type="pres">
      <dgm:prSet presAssocID="{C33B6F3F-0273-47CC-AABB-C398B3A87F7D}" presName="desTx" presStyleLbl="revTx" presStyleIdx="3" presStyleCnt="6">
        <dgm:presLayoutVars/>
      </dgm:prSet>
      <dgm:spPr/>
    </dgm:pt>
    <dgm:pt modelId="{25823BEF-4229-4351-B956-BD14213BA7A6}" type="pres">
      <dgm:prSet presAssocID="{21A0D8D8-2FE5-4E41-830D-40B057BC9EC8}" presName="sibTrans" presStyleCnt="0"/>
      <dgm:spPr/>
    </dgm:pt>
    <dgm:pt modelId="{AF891257-6EC6-43AC-80DB-09DC0B8A00BB}" type="pres">
      <dgm:prSet presAssocID="{2AB110E2-29A4-4C94-8E15-92C8048942D9}" presName="compNode" presStyleCnt="0"/>
      <dgm:spPr/>
    </dgm:pt>
    <dgm:pt modelId="{3D177B4F-7189-42AA-9775-B9487CF80F16}" type="pres">
      <dgm:prSet presAssocID="{2AB110E2-29A4-4C94-8E15-92C8048942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532AE76F-F847-4697-BF0B-464A9B94B8EE}" type="pres">
      <dgm:prSet presAssocID="{2AB110E2-29A4-4C94-8E15-92C8048942D9}" presName="iconSpace" presStyleCnt="0"/>
      <dgm:spPr/>
    </dgm:pt>
    <dgm:pt modelId="{5E9F8193-DD47-4B83-B754-BE05B103B78A}" type="pres">
      <dgm:prSet presAssocID="{2AB110E2-29A4-4C94-8E15-92C8048942D9}" presName="parTx" presStyleLbl="revTx" presStyleIdx="4" presStyleCnt="6">
        <dgm:presLayoutVars>
          <dgm:chMax val="0"/>
          <dgm:chPref val="0"/>
        </dgm:presLayoutVars>
      </dgm:prSet>
      <dgm:spPr/>
    </dgm:pt>
    <dgm:pt modelId="{CBCDA533-889F-4A0F-A6AA-E392A111FAB6}" type="pres">
      <dgm:prSet presAssocID="{2AB110E2-29A4-4C94-8E15-92C8048942D9}" presName="txSpace" presStyleCnt="0"/>
      <dgm:spPr/>
    </dgm:pt>
    <dgm:pt modelId="{AB07D51F-F737-4DD1-9BF6-EBBAEFF94EB3}" type="pres">
      <dgm:prSet presAssocID="{2AB110E2-29A4-4C94-8E15-92C8048942D9}" presName="desTx" presStyleLbl="revTx" presStyleIdx="5" presStyleCnt="6">
        <dgm:presLayoutVars/>
      </dgm:prSet>
      <dgm:spPr/>
    </dgm:pt>
  </dgm:ptLst>
  <dgm:cxnLst>
    <dgm:cxn modelId="{C3D6EA03-4F84-40BF-B808-0EBEACA08295}" type="presOf" srcId="{70FEE30D-DF7A-4C8F-908F-839CF994D760}" destId="{E4A1B3FD-94D2-4921-BEAE-038C6560A3AA}" srcOrd="0" destOrd="0" presId="urn:microsoft.com/office/officeart/2018/5/layout/CenteredIconLabelDescriptionList"/>
    <dgm:cxn modelId="{B15FEF11-E533-4A7A-AE78-28EEAC495078}" srcId="{2AB110E2-29A4-4C94-8E15-92C8048942D9}" destId="{2BC401BE-A03E-46B6-AA8D-8A89E986E00E}" srcOrd="0" destOrd="0" parTransId="{3BDBCC51-57C1-4F9F-8413-F6BD62FE8970}" sibTransId="{0A309014-85A2-4A2A-A670-44E0AF597E7E}"/>
    <dgm:cxn modelId="{09A3C139-EF90-4CF6-A7BC-517E8A644B6A}" srcId="{D16ABB90-B7DA-4403-9132-528843D624E3}" destId="{70FEE30D-DF7A-4C8F-908F-839CF994D760}" srcOrd="0" destOrd="0" parTransId="{650E9CE3-980F-452A-BF41-065996A30837}" sibTransId="{FB530160-500F-4175-80A9-2235A4A9A127}"/>
    <dgm:cxn modelId="{E6427B3E-A638-467C-AEF0-4E2D6048DB8A}" srcId="{C33B6F3F-0273-47CC-AABB-C398B3A87F7D}" destId="{E790EE84-BEE8-4BFD-AC8B-5189FB104995}" srcOrd="2" destOrd="0" parTransId="{500AE7A5-1863-402A-AD3E-B79C4D71C396}" sibTransId="{BC93BF99-7144-40B9-A1B0-28D469BF09D0}"/>
    <dgm:cxn modelId="{BFC57943-F507-47F1-A764-7EAE726E60E3}" type="presOf" srcId="{EBB86926-CDFF-4D18-9CBF-CE3456DE6176}" destId="{939302A6-A822-4D2E-B048-D0C4ADE190BE}" srcOrd="0" destOrd="0" presId="urn:microsoft.com/office/officeart/2018/5/layout/CenteredIconLabelDescriptionList"/>
    <dgm:cxn modelId="{78409944-D3E7-41DA-AC73-C938E3643B87}" type="presOf" srcId="{D5646204-FB21-4158-84DB-ADED8663542D}" destId="{939302A6-A822-4D2E-B048-D0C4ADE190BE}" srcOrd="0" destOrd="1" presId="urn:microsoft.com/office/officeart/2018/5/layout/CenteredIconLabelDescriptionList"/>
    <dgm:cxn modelId="{C083BF55-5D31-48B1-8A88-2F4FD4638FA2}" type="presOf" srcId="{2BC401BE-A03E-46B6-AA8D-8A89E986E00E}" destId="{AB07D51F-F737-4DD1-9BF6-EBBAEFF94EB3}" srcOrd="0" destOrd="0" presId="urn:microsoft.com/office/officeart/2018/5/layout/CenteredIconLabelDescriptionList"/>
    <dgm:cxn modelId="{9B65A459-D82B-4431-B22B-4529B6BA0DE7}" type="presOf" srcId="{C33B6F3F-0273-47CC-AABB-C398B3A87F7D}" destId="{48D4F0D8-8A4F-4998-97F7-4CF8D38DF18A}" srcOrd="0" destOrd="0" presId="urn:microsoft.com/office/officeart/2018/5/layout/CenteredIconLabelDescriptionList"/>
    <dgm:cxn modelId="{8E20D45E-0990-460E-B07F-F0A74E4C1E2C}" srcId="{D16ABB90-B7DA-4403-9132-528843D624E3}" destId="{C33B6F3F-0273-47CC-AABB-C398B3A87F7D}" srcOrd="1" destOrd="0" parTransId="{5E193457-78D8-4FCB-B48E-F4B8685A8947}" sibTransId="{21A0D8D8-2FE5-4E41-830D-40B057BC9EC8}"/>
    <dgm:cxn modelId="{B6C7AC73-E2C9-4D9B-9FB7-54E8AAAE48A3}" type="presOf" srcId="{2AB110E2-29A4-4C94-8E15-92C8048942D9}" destId="{5E9F8193-DD47-4B83-B754-BE05B103B78A}" srcOrd="0" destOrd="0" presId="urn:microsoft.com/office/officeart/2018/5/layout/CenteredIconLabelDescriptionList"/>
    <dgm:cxn modelId="{454C1C97-E430-481E-A1D5-CBE8510CD456}" type="presOf" srcId="{CF1457AA-ED5A-405E-A633-BD758EFDE862}" destId="{939302A6-A822-4D2E-B048-D0C4ADE190BE}" srcOrd="0" destOrd="3" presId="urn:microsoft.com/office/officeart/2018/5/layout/CenteredIconLabelDescriptionList"/>
    <dgm:cxn modelId="{B7455B9F-9F61-487B-99D5-773D3CA44C75}" type="presOf" srcId="{D16ABB90-B7DA-4403-9132-528843D624E3}" destId="{7E37869B-32C9-42A6-99D5-67A0BD9DE848}" srcOrd="0" destOrd="0" presId="urn:microsoft.com/office/officeart/2018/5/layout/CenteredIconLabelDescriptionList"/>
    <dgm:cxn modelId="{3C6E6FC1-D04D-4439-9019-2EDF3563F7CA}" srcId="{C33B6F3F-0273-47CC-AABB-C398B3A87F7D}" destId="{EBB86926-CDFF-4D18-9CBF-CE3456DE6176}" srcOrd="0" destOrd="0" parTransId="{7D862273-6CD4-4BCD-8FDB-9208CA3F42A0}" sibTransId="{F9287621-30C5-4655-B92E-0A6FC31A8D00}"/>
    <dgm:cxn modelId="{79E6BACC-F4CA-4688-A45F-F1313934FFF7}" type="presOf" srcId="{E790EE84-BEE8-4BFD-AC8B-5189FB104995}" destId="{939302A6-A822-4D2E-B048-D0C4ADE190BE}" srcOrd="0" destOrd="2" presId="urn:microsoft.com/office/officeart/2018/5/layout/CenteredIconLabelDescriptionList"/>
    <dgm:cxn modelId="{07FD70D0-F04E-4A2C-9252-B5370F115BD1}" srcId="{C33B6F3F-0273-47CC-AABB-C398B3A87F7D}" destId="{D5646204-FB21-4158-84DB-ADED8663542D}" srcOrd="1" destOrd="0" parTransId="{928517C1-1FDB-4DFB-9FF9-8277EAD4BDCB}" sibTransId="{032C040D-B976-42C6-BAA6-4E16637B821B}"/>
    <dgm:cxn modelId="{DF10ECD0-C7A3-441A-9D7F-1F3A1A5FC5B5}" srcId="{D16ABB90-B7DA-4403-9132-528843D624E3}" destId="{2AB110E2-29A4-4C94-8E15-92C8048942D9}" srcOrd="2" destOrd="0" parTransId="{165AB93C-25F8-4398-BDA1-4D7391E6F4EF}" sibTransId="{636F514B-D690-4748-B636-7CD4A33C02EA}"/>
    <dgm:cxn modelId="{4B36A2E7-F26B-4208-838E-710A1D741E99}" type="presOf" srcId="{3AB4AC77-C32A-4736-8DAF-09F881450CA2}" destId="{0DFEC0A0-118D-4210-A119-9752BF40275E}" srcOrd="0" destOrd="0" presId="urn:microsoft.com/office/officeart/2018/5/layout/CenteredIconLabelDescriptionList"/>
    <dgm:cxn modelId="{AB0970F5-32EF-4DA5-A1DC-E11EF2257325}" srcId="{70FEE30D-DF7A-4C8F-908F-839CF994D760}" destId="{3AB4AC77-C32A-4736-8DAF-09F881450CA2}" srcOrd="0" destOrd="0" parTransId="{3FB105C0-ABA0-4231-A536-054BAD7EFC68}" sibTransId="{90DC377A-F00D-4187-8398-988E10FB52FA}"/>
    <dgm:cxn modelId="{AE7AF6FD-B4E8-4C8B-A475-FD6FA3632FB2}" srcId="{C33B6F3F-0273-47CC-AABB-C398B3A87F7D}" destId="{CF1457AA-ED5A-405E-A633-BD758EFDE862}" srcOrd="3" destOrd="0" parTransId="{7D075898-06B7-4B13-AFEB-B7D45076C4A7}" sibTransId="{364AF094-525E-476D-BD4E-CA264D394747}"/>
    <dgm:cxn modelId="{243F028E-E706-4566-9DD2-C44ED1A8DB8E}" type="presParOf" srcId="{7E37869B-32C9-42A6-99D5-67A0BD9DE848}" destId="{FE39E865-41FB-4A56-9477-673DE9090739}" srcOrd="0" destOrd="0" presId="urn:microsoft.com/office/officeart/2018/5/layout/CenteredIconLabelDescriptionList"/>
    <dgm:cxn modelId="{5E15930D-B8BF-4A45-86B3-DE5166E5D1BB}" type="presParOf" srcId="{FE39E865-41FB-4A56-9477-673DE9090739}" destId="{CAF56BA2-6953-4A08-B25E-C92357D9F0B8}" srcOrd="0" destOrd="0" presId="urn:microsoft.com/office/officeart/2018/5/layout/CenteredIconLabelDescriptionList"/>
    <dgm:cxn modelId="{6F626304-49F4-46F2-BC34-76AE872E2F61}" type="presParOf" srcId="{FE39E865-41FB-4A56-9477-673DE9090739}" destId="{3B3CD4DA-CD72-4468-8EFF-E78A331143E5}" srcOrd="1" destOrd="0" presId="urn:microsoft.com/office/officeart/2018/5/layout/CenteredIconLabelDescriptionList"/>
    <dgm:cxn modelId="{C5621033-909A-4DBB-9B6F-459E84FBA66B}" type="presParOf" srcId="{FE39E865-41FB-4A56-9477-673DE9090739}" destId="{E4A1B3FD-94D2-4921-BEAE-038C6560A3AA}" srcOrd="2" destOrd="0" presId="urn:microsoft.com/office/officeart/2018/5/layout/CenteredIconLabelDescriptionList"/>
    <dgm:cxn modelId="{AB2E3F2D-5DD2-46E3-9B85-5F8FDBAC27F8}" type="presParOf" srcId="{FE39E865-41FB-4A56-9477-673DE9090739}" destId="{C2B4AFC4-EDAE-4FE8-82CF-8D2AD03EF7C9}" srcOrd="3" destOrd="0" presId="urn:microsoft.com/office/officeart/2018/5/layout/CenteredIconLabelDescriptionList"/>
    <dgm:cxn modelId="{FA4D2B48-EF66-4C2F-9A11-BE00B59E6D09}" type="presParOf" srcId="{FE39E865-41FB-4A56-9477-673DE9090739}" destId="{0DFEC0A0-118D-4210-A119-9752BF40275E}" srcOrd="4" destOrd="0" presId="urn:microsoft.com/office/officeart/2018/5/layout/CenteredIconLabelDescriptionList"/>
    <dgm:cxn modelId="{3F681305-1E40-41E4-9D58-41AE6CB57E51}" type="presParOf" srcId="{7E37869B-32C9-42A6-99D5-67A0BD9DE848}" destId="{11E13C42-393D-4246-B3D4-5C34E5377FD9}" srcOrd="1" destOrd="0" presId="urn:microsoft.com/office/officeart/2018/5/layout/CenteredIconLabelDescriptionList"/>
    <dgm:cxn modelId="{002E0396-6EE8-409D-9081-A517CC006EB1}" type="presParOf" srcId="{7E37869B-32C9-42A6-99D5-67A0BD9DE848}" destId="{6AF700D9-B5E2-46F6-AC9C-998F96367060}" srcOrd="2" destOrd="0" presId="urn:microsoft.com/office/officeart/2018/5/layout/CenteredIconLabelDescriptionList"/>
    <dgm:cxn modelId="{86C8CDCA-11B5-4487-B5C1-2CD7DF082EC6}" type="presParOf" srcId="{6AF700D9-B5E2-46F6-AC9C-998F96367060}" destId="{4A950013-2D86-400A-B38A-74BC977922AA}" srcOrd="0" destOrd="0" presId="urn:microsoft.com/office/officeart/2018/5/layout/CenteredIconLabelDescriptionList"/>
    <dgm:cxn modelId="{40B6D5C4-E99E-44C1-84AE-725FD5A53D9A}" type="presParOf" srcId="{6AF700D9-B5E2-46F6-AC9C-998F96367060}" destId="{94B9BFE1-14FA-4D60-AAB5-100F1CFCC36C}" srcOrd="1" destOrd="0" presId="urn:microsoft.com/office/officeart/2018/5/layout/CenteredIconLabelDescriptionList"/>
    <dgm:cxn modelId="{2539DDA8-37C1-4DA7-A996-8B5C53963006}" type="presParOf" srcId="{6AF700D9-B5E2-46F6-AC9C-998F96367060}" destId="{48D4F0D8-8A4F-4998-97F7-4CF8D38DF18A}" srcOrd="2" destOrd="0" presId="urn:microsoft.com/office/officeart/2018/5/layout/CenteredIconLabelDescriptionList"/>
    <dgm:cxn modelId="{5EC99FD3-10D3-492F-89FB-4DAA4FCF8003}" type="presParOf" srcId="{6AF700D9-B5E2-46F6-AC9C-998F96367060}" destId="{9759B97A-9392-478D-B654-7AED00BC6BE2}" srcOrd="3" destOrd="0" presId="urn:microsoft.com/office/officeart/2018/5/layout/CenteredIconLabelDescriptionList"/>
    <dgm:cxn modelId="{FF3795CB-CF58-40C5-BBC8-1D79047C771C}" type="presParOf" srcId="{6AF700D9-B5E2-46F6-AC9C-998F96367060}" destId="{939302A6-A822-4D2E-B048-D0C4ADE190BE}" srcOrd="4" destOrd="0" presId="urn:microsoft.com/office/officeart/2018/5/layout/CenteredIconLabelDescriptionList"/>
    <dgm:cxn modelId="{21B2118D-36C5-46C6-8C08-4046D2676219}" type="presParOf" srcId="{7E37869B-32C9-42A6-99D5-67A0BD9DE848}" destId="{25823BEF-4229-4351-B956-BD14213BA7A6}" srcOrd="3" destOrd="0" presId="urn:microsoft.com/office/officeart/2018/5/layout/CenteredIconLabelDescriptionList"/>
    <dgm:cxn modelId="{EA64EBCF-5392-47F2-ADD4-ACC1C6818A41}" type="presParOf" srcId="{7E37869B-32C9-42A6-99D5-67A0BD9DE848}" destId="{AF891257-6EC6-43AC-80DB-09DC0B8A00BB}" srcOrd="4" destOrd="0" presId="urn:microsoft.com/office/officeart/2018/5/layout/CenteredIconLabelDescriptionList"/>
    <dgm:cxn modelId="{0A516116-DDFE-4BE2-80F0-3656FAA94DBA}" type="presParOf" srcId="{AF891257-6EC6-43AC-80DB-09DC0B8A00BB}" destId="{3D177B4F-7189-42AA-9775-B9487CF80F16}" srcOrd="0" destOrd="0" presId="urn:microsoft.com/office/officeart/2018/5/layout/CenteredIconLabelDescriptionList"/>
    <dgm:cxn modelId="{7C23F94C-46FD-4A21-815A-45BF80307B29}" type="presParOf" srcId="{AF891257-6EC6-43AC-80DB-09DC0B8A00BB}" destId="{532AE76F-F847-4697-BF0B-464A9B94B8EE}" srcOrd="1" destOrd="0" presId="urn:microsoft.com/office/officeart/2018/5/layout/CenteredIconLabelDescriptionList"/>
    <dgm:cxn modelId="{7A919375-3C80-4BA5-9994-F8137EBD5F2A}" type="presParOf" srcId="{AF891257-6EC6-43AC-80DB-09DC0B8A00BB}" destId="{5E9F8193-DD47-4B83-B754-BE05B103B78A}" srcOrd="2" destOrd="0" presId="urn:microsoft.com/office/officeart/2018/5/layout/CenteredIconLabelDescriptionList"/>
    <dgm:cxn modelId="{A51D4955-F438-4519-A3CC-F7B58B45D218}" type="presParOf" srcId="{AF891257-6EC6-43AC-80DB-09DC0B8A00BB}" destId="{CBCDA533-889F-4A0F-A6AA-E392A111FAB6}" srcOrd="3" destOrd="0" presId="urn:microsoft.com/office/officeart/2018/5/layout/CenteredIconLabelDescriptionList"/>
    <dgm:cxn modelId="{2A61BD16-E6F5-499F-8142-C3136535BB4A}" type="presParOf" srcId="{AF891257-6EC6-43AC-80DB-09DC0B8A00BB}" destId="{AB07D51F-F737-4DD1-9BF6-EBBAEFF94EB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3DFD7-6D83-4D6E-9B5A-CB51633645EF}">
      <dsp:nvSpPr>
        <dsp:cNvPr id="0" name=""/>
        <dsp:cNvSpPr/>
      </dsp:nvSpPr>
      <dsp:spPr>
        <a:xfrm>
          <a:off x="443299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173DF1-F35C-4CFA-9EE9-AD0232A8CB22}">
      <dsp:nvSpPr>
        <dsp:cNvPr id="0" name=""/>
        <dsp:cNvSpPr/>
      </dsp:nvSpPr>
      <dsp:spPr>
        <a:xfrm>
          <a:off x="721174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61AD4-5E4D-42EB-866E-7669D1E0E847}">
      <dsp:nvSpPr>
        <dsp:cNvPr id="0" name=""/>
        <dsp:cNvSpPr/>
      </dsp:nvSpPr>
      <dsp:spPr>
        <a:xfrm>
          <a:off x="26487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 err="1"/>
            <a:t>Projet</a:t>
          </a:r>
          <a:r>
            <a:rPr lang="en-US" sz="1200" b="1" kern="1200" dirty="0"/>
            <a:t> </a:t>
          </a:r>
          <a:r>
            <a:rPr lang="fr-FR" sz="1200" b="1" kern="1200" dirty="0"/>
            <a:t>Datavisualisation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 Prometheus, Grafana, </a:t>
          </a:r>
          <a:r>
            <a:rPr lang="en-US" sz="1200" kern="1200" dirty="0" err="1"/>
            <a:t>Alertmanager</a:t>
          </a:r>
          <a:r>
            <a:rPr lang="en-US" sz="1200" kern="1200" dirty="0"/>
            <a:t>, Loki</a:t>
          </a:r>
        </a:p>
      </dsp:txBody>
      <dsp:txXfrm>
        <a:off x="26487" y="2541741"/>
        <a:ext cx="2137500" cy="720000"/>
      </dsp:txXfrm>
    </dsp:sp>
    <dsp:sp modelId="{39B33431-BB50-4E53-B8D6-35556366098D}">
      <dsp:nvSpPr>
        <dsp:cNvPr id="0" name=""/>
        <dsp:cNvSpPr/>
      </dsp:nvSpPr>
      <dsp:spPr>
        <a:xfrm>
          <a:off x="2954862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C9DEA-1B7F-4319-87FA-A61436CA7F05}">
      <dsp:nvSpPr>
        <dsp:cNvPr id="0" name=""/>
        <dsp:cNvSpPr/>
      </dsp:nvSpPr>
      <dsp:spPr>
        <a:xfrm>
          <a:off x="3232737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C9A8B-816E-4EBF-9C71-1DFA7C7D85AC}">
      <dsp:nvSpPr>
        <dsp:cNvPr id="0" name=""/>
        <dsp:cNvSpPr/>
      </dsp:nvSpPr>
      <dsp:spPr>
        <a:xfrm>
          <a:off x="2538049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Objectif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 err="1"/>
            <a:t>Construire</a:t>
          </a:r>
          <a:r>
            <a:rPr lang="en-US" sz="1200" kern="1200" dirty="0"/>
            <a:t> </a:t>
          </a:r>
          <a:r>
            <a:rPr lang="en-US" sz="1200" kern="1200" dirty="0" err="1"/>
            <a:t>une</a:t>
          </a:r>
          <a:r>
            <a:rPr lang="en-US" sz="1200" kern="1200" dirty="0"/>
            <a:t> stack de supervision exploitable </a:t>
          </a:r>
          <a:r>
            <a:rPr lang="en-US" sz="1200" kern="1200" dirty="0" err="1"/>
            <a:t>en</a:t>
          </a:r>
          <a:r>
            <a:rPr lang="en-US" sz="1200" kern="1200" dirty="0"/>
            <a:t> production</a:t>
          </a:r>
        </a:p>
      </dsp:txBody>
      <dsp:txXfrm>
        <a:off x="2538049" y="2541741"/>
        <a:ext cx="2137500" cy="720000"/>
      </dsp:txXfrm>
    </dsp:sp>
    <dsp:sp modelId="{8AE0871E-3C49-4398-BCEB-8C0EBDE98C95}">
      <dsp:nvSpPr>
        <dsp:cNvPr id="0" name=""/>
        <dsp:cNvSpPr/>
      </dsp:nvSpPr>
      <dsp:spPr>
        <a:xfrm>
          <a:off x="5466424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7D848-DAAF-406B-91E8-78C1137E0BF5}">
      <dsp:nvSpPr>
        <dsp:cNvPr id="0" name=""/>
        <dsp:cNvSpPr/>
      </dsp:nvSpPr>
      <dsp:spPr>
        <a:xfrm>
          <a:off x="5744299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CF7A0-2A05-4EDE-8AAB-0EE0306D873D}">
      <dsp:nvSpPr>
        <dsp:cNvPr id="0" name=""/>
        <dsp:cNvSpPr/>
      </dsp:nvSpPr>
      <dsp:spPr>
        <a:xfrm>
          <a:off x="5049612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Durée presentation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8 minutes</a:t>
          </a:r>
        </a:p>
      </dsp:txBody>
      <dsp:txXfrm>
        <a:off x="5049612" y="2541741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2A220-899A-6443-A9DE-CF2A7A486D2D}">
      <dsp:nvSpPr>
        <dsp:cNvPr id="0" name=""/>
        <dsp:cNvSpPr/>
      </dsp:nvSpPr>
      <dsp:spPr>
        <a:xfrm>
          <a:off x="0" y="401"/>
          <a:ext cx="817959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F33F1-49C1-FC4D-9F97-43946CA2BA49}">
      <dsp:nvSpPr>
        <dsp:cNvPr id="0" name=""/>
        <dsp:cNvSpPr/>
      </dsp:nvSpPr>
      <dsp:spPr>
        <a:xfrm>
          <a:off x="0" y="401"/>
          <a:ext cx="8179594" cy="46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Une API web doit être supervisée pour répondre rapidement aux incidents.</a:t>
          </a:r>
        </a:p>
      </dsp:txBody>
      <dsp:txXfrm>
        <a:off x="0" y="401"/>
        <a:ext cx="8179594" cy="469331"/>
      </dsp:txXfrm>
    </dsp:sp>
    <dsp:sp modelId="{9BB9F3FF-A5CE-D643-A706-6690028731AB}">
      <dsp:nvSpPr>
        <dsp:cNvPr id="0" name=""/>
        <dsp:cNvSpPr/>
      </dsp:nvSpPr>
      <dsp:spPr>
        <a:xfrm>
          <a:off x="0" y="469732"/>
          <a:ext cx="817959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9C07C-A242-7144-909D-F1EE2E50DEA9}">
      <dsp:nvSpPr>
        <dsp:cNvPr id="0" name=""/>
        <dsp:cNvSpPr/>
      </dsp:nvSpPr>
      <dsp:spPr>
        <a:xfrm>
          <a:off x="0" y="469732"/>
          <a:ext cx="8179594" cy="46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Questions opérationnelles clés :</a:t>
          </a:r>
        </a:p>
      </dsp:txBody>
      <dsp:txXfrm>
        <a:off x="0" y="469732"/>
        <a:ext cx="8179594" cy="469331"/>
      </dsp:txXfrm>
    </dsp:sp>
    <dsp:sp modelId="{08223C03-F2A7-4D4B-814F-A966B0811544}">
      <dsp:nvSpPr>
        <dsp:cNvPr id="0" name=""/>
        <dsp:cNvSpPr/>
      </dsp:nvSpPr>
      <dsp:spPr>
        <a:xfrm>
          <a:off x="0" y="939064"/>
          <a:ext cx="817959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5BB48-83B0-3E4D-A9FF-2ADF3B36AD25}">
      <dsp:nvSpPr>
        <dsp:cNvPr id="0" name=""/>
        <dsp:cNvSpPr/>
      </dsp:nvSpPr>
      <dsp:spPr>
        <a:xfrm>
          <a:off x="0" y="939064"/>
          <a:ext cx="8179594" cy="46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Le service est-il UP ?</a:t>
          </a:r>
        </a:p>
      </dsp:txBody>
      <dsp:txXfrm>
        <a:off x="0" y="939064"/>
        <a:ext cx="8179594" cy="469331"/>
      </dsp:txXfrm>
    </dsp:sp>
    <dsp:sp modelId="{BB57F03A-3F97-744C-857C-89BCBA5ECBD7}">
      <dsp:nvSpPr>
        <dsp:cNvPr id="0" name=""/>
        <dsp:cNvSpPr/>
      </dsp:nvSpPr>
      <dsp:spPr>
        <a:xfrm>
          <a:off x="0" y="1408396"/>
          <a:ext cx="817959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BB265-880E-6348-84F5-32FE374B0579}">
      <dsp:nvSpPr>
        <dsp:cNvPr id="0" name=""/>
        <dsp:cNvSpPr/>
      </dsp:nvSpPr>
      <dsp:spPr>
        <a:xfrm>
          <a:off x="0" y="1408396"/>
          <a:ext cx="8179594" cy="46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Quel est le taux d’erreur ?</a:t>
          </a:r>
        </a:p>
      </dsp:txBody>
      <dsp:txXfrm>
        <a:off x="0" y="1408396"/>
        <a:ext cx="8179594" cy="469331"/>
      </dsp:txXfrm>
    </dsp:sp>
    <dsp:sp modelId="{D108D729-8DAD-5640-99CB-278BE66ACCE7}">
      <dsp:nvSpPr>
        <dsp:cNvPr id="0" name=""/>
        <dsp:cNvSpPr/>
      </dsp:nvSpPr>
      <dsp:spPr>
        <a:xfrm>
          <a:off x="0" y="1877728"/>
          <a:ext cx="817959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B97BD-417F-4E44-8CB9-F137B7900CB5}">
      <dsp:nvSpPr>
        <dsp:cNvPr id="0" name=""/>
        <dsp:cNvSpPr/>
      </dsp:nvSpPr>
      <dsp:spPr>
        <a:xfrm>
          <a:off x="0" y="1877728"/>
          <a:ext cx="8179594" cy="46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Quelle est la latence (p95) ?</a:t>
          </a:r>
        </a:p>
      </dsp:txBody>
      <dsp:txXfrm>
        <a:off x="0" y="1877728"/>
        <a:ext cx="8179594" cy="469331"/>
      </dsp:txXfrm>
    </dsp:sp>
    <dsp:sp modelId="{ADBCB374-E99C-0B42-900F-53D7A5F71DA9}">
      <dsp:nvSpPr>
        <dsp:cNvPr id="0" name=""/>
        <dsp:cNvSpPr/>
      </dsp:nvSpPr>
      <dsp:spPr>
        <a:xfrm>
          <a:off x="0" y="2347060"/>
          <a:ext cx="817959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8DAEA-E8A4-7D45-AEDB-000FD35F0B7B}">
      <dsp:nvSpPr>
        <dsp:cNvPr id="0" name=""/>
        <dsp:cNvSpPr/>
      </dsp:nvSpPr>
      <dsp:spPr>
        <a:xfrm>
          <a:off x="0" y="2347060"/>
          <a:ext cx="8179594" cy="46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Y a-t-il de la saturation CPU/RAM ?</a:t>
          </a:r>
        </a:p>
      </dsp:txBody>
      <dsp:txXfrm>
        <a:off x="0" y="2347060"/>
        <a:ext cx="8179594" cy="469331"/>
      </dsp:txXfrm>
    </dsp:sp>
    <dsp:sp modelId="{0C5C3788-DFEF-C846-ABFC-710FF83814C4}">
      <dsp:nvSpPr>
        <dsp:cNvPr id="0" name=""/>
        <dsp:cNvSpPr/>
      </dsp:nvSpPr>
      <dsp:spPr>
        <a:xfrm>
          <a:off x="0" y="2816392"/>
          <a:ext cx="817959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BCF10-2880-3047-A3F7-54B57E301B49}">
      <dsp:nvSpPr>
        <dsp:cNvPr id="0" name=""/>
        <dsp:cNvSpPr/>
      </dsp:nvSpPr>
      <dsp:spPr>
        <a:xfrm>
          <a:off x="0" y="2816392"/>
          <a:ext cx="8179594" cy="46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Quelle est la cause d’un incident ?</a:t>
          </a:r>
        </a:p>
      </dsp:txBody>
      <dsp:txXfrm>
        <a:off x="0" y="2816392"/>
        <a:ext cx="8179594" cy="469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C4A8B-B200-9840-97F6-24051871A373}">
      <dsp:nvSpPr>
        <dsp:cNvPr id="0" name=""/>
        <dsp:cNvSpPr/>
      </dsp:nvSpPr>
      <dsp:spPr>
        <a:xfrm>
          <a:off x="0" y="111194"/>
          <a:ext cx="5019610" cy="617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Stack basée sur des outils standards de l’observabilité :</a:t>
          </a:r>
        </a:p>
      </dsp:txBody>
      <dsp:txXfrm>
        <a:off x="30157" y="141351"/>
        <a:ext cx="4959296" cy="557446"/>
      </dsp:txXfrm>
    </dsp:sp>
    <dsp:sp modelId="{5653CC9C-20D0-BA40-862A-C73C415429BA}">
      <dsp:nvSpPr>
        <dsp:cNvPr id="0" name=""/>
        <dsp:cNvSpPr/>
      </dsp:nvSpPr>
      <dsp:spPr>
        <a:xfrm>
          <a:off x="0" y="775035"/>
          <a:ext cx="5019610" cy="617760"/>
        </a:xfrm>
        <a:prstGeom prst="roundRect">
          <a:avLst/>
        </a:prstGeom>
        <a:gradFill rotWithShape="0">
          <a:gsLst>
            <a:gs pos="0">
              <a:schemeClr val="accent2">
                <a:hueOff val="-452075"/>
                <a:satOff val="-276"/>
                <a:lumOff val="1078"/>
                <a:alphaOff val="0"/>
                <a:tint val="96000"/>
                <a:lumMod val="100000"/>
              </a:schemeClr>
            </a:gs>
            <a:gs pos="78000">
              <a:schemeClr val="accent2">
                <a:hueOff val="-452075"/>
                <a:satOff val="-276"/>
                <a:lumOff val="107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Prometheus : collecte et stockage des métriques</a:t>
          </a:r>
        </a:p>
      </dsp:txBody>
      <dsp:txXfrm>
        <a:off x="30157" y="805192"/>
        <a:ext cx="4959296" cy="557446"/>
      </dsp:txXfrm>
    </dsp:sp>
    <dsp:sp modelId="{D39E655D-E267-8F4B-A662-166DB0AFE5EC}">
      <dsp:nvSpPr>
        <dsp:cNvPr id="0" name=""/>
        <dsp:cNvSpPr/>
      </dsp:nvSpPr>
      <dsp:spPr>
        <a:xfrm>
          <a:off x="0" y="1438875"/>
          <a:ext cx="5019610" cy="617760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Grafana : visualisation et dashboards</a:t>
          </a:r>
        </a:p>
      </dsp:txBody>
      <dsp:txXfrm>
        <a:off x="30157" y="1469032"/>
        <a:ext cx="4959296" cy="557446"/>
      </dsp:txXfrm>
    </dsp:sp>
    <dsp:sp modelId="{C119438D-60CC-944F-9F07-8F58018906D3}">
      <dsp:nvSpPr>
        <dsp:cNvPr id="0" name=""/>
        <dsp:cNvSpPr/>
      </dsp:nvSpPr>
      <dsp:spPr>
        <a:xfrm>
          <a:off x="0" y="2102715"/>
          <a:ext cx="5019610" cy="617760"/>
        </a:xfrm>
        <a:prstGeom prst="roundRect">
          <a:avLst/>
        </a:prstGeom>
        <a:gradFill rotWithShape="0">
          <a:gsLst>
            <a:gs pos="0">
              <a:schemeClr val="accent2">
                <a:hueOff val="-1356225"/>
                <a:satOff val="-828"/>
                <a:lumOff val="3235"/>
                <a:alphaOff val="0"/>
                <a:tint val="96000"/>
                <a:lumMod val="100000"/>
              </a:schemeClr>
            </a:gs>
            <a:gs pos="78000">
              <a:schemeClr val="accent2">
                <a:hueOff val="-1356225"/>
                <a:satOff val="-828"/>
                <a:lumOff val="32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Alertmanager : gestion des alertes</a:t>
          </a:r>
        </a:p>
      </dsp:txBody>
      <dsp:txXfrm>
        <a:off x="30157" y="2132872"/>
        <a:ext cx="4959296" cy="557446"/>
      </dsp:txXfrm>
    </dsp:sp>
    <dsp:sp modelId="{693E358F-BF3B-AE44-A0EF-F9003DE78B81}">
      <dsp:nvSpPr>
        <dsp:cNvPr id="0" name=""/>
        <dsp:cNvSpPr/>
      </dsp:nvSpPr>
      <dsp:spPr>
        <a:xfrm>
          <a:off x="0" y="2766555"/>
          <a:ext cx="5019610" cy="617760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Node Exporter : métriques système</a:t>
          </a:r>
        </a:p>
      </dsp:txBody>
      <dsp:txXfrm>
        <a:off x="30157" y="2796712"/>
        <a:ext cx="4959296" cy="557446"/>
      </dsp:txXfrm>
    </dsp:sp>
    <dsp:sp modelId="{CA1A011A-5B18-A94E-B48B-7EB18082187F}">
      <dsp:nvSpPr>
        <dsp:cNvPr id="0" name=""/>
        <dsp:cNvSpPr/>
      </dsp:nvSpPr>
      <dsp:spPr>
        <a:xfrm>
          <a:off x="0" y="3430395"/>
          <a:ext cx="5019610" cy="617760"/>
        </a:xfrm>
        <a:prstGeom prst="roundRect">
          <a:avLst/>
        </a:prstGeom>
        <a:gradFill rotWithShape="0">
          <a:gsLst>
            <a:gs pos="0">
              <a:schemeClr val="accent2">
                <a:hueOff val="-2260375"/>
                <a:satOff val="-1380"/>
                <a:lumOff val="5392"/>
                <a:alphaOff val="0"/>
                <a:tint val="96000"/>
                <a:lumMod val="100000"/>
              </a:schemeClr>
            </a:gs>
            <a:gs pos="78000">
              <a:schemeClr val="accent2">
                <a:hueOff val="-2260375"/>
                <a:satOff val="-1380"/>
                <a:lumOff val="539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Loki + Promtail : agrégation et corrélation des logs</a:t>
          </a:r>
        </a:p>
      </dsp:txBody>
      <dsp:txXfrm>
        <a:off x="30157" y="3460552"/>
        <a:ext cx="4959296" cy="557446"/>
      </dsp:txXfrm>
    </dsp:sp>
    <dsp:sp modelId="{6C9C4951-3C8A-6046-A9DC-2D742B288C5B}">
      <dsp:nvSpPr>
        <dsp:cNvPr id="0" name=""/>
        <dsp:cNvSpPr/>
      </dsp:nvSpPr>
      <dsp:spPr>
        <a:xfrm>
          <a:off x="0" y="4094235"/>
          <a:ext cx="5019610" cy="61776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API FastAPI instrumentée exposant /metrics</a:t>
          </a:r>
        </a:p>
      </dsp:txBody>
      <dsp:txXfrm>
        <a:off x="30157" y="4124392"/>
        <a:ext cx="4959296" cy="5574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6A35D-4187-944A-A70F-266EC1108181}">
      <dsp:nvSpPr>
        <dsp:cNvPr id="0" name=""/>
        <dsp:cNvSpPr/>
      </dsp:nvSpPr>
      <dsp:spPr>
        <a:xfrm>
          <a:off x="5635" y="446223"/>
          <a:ext cx="4001293" cy="3201034"/>
        </a:xfrm>
        <a:prstGeom prst="homePlate">
          <a:avLst>
            <a:gd name="adj" fmla="val 2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57" tIns="55880" rIns="564627" bIns="5588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Exemples de métriques surveillées 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- UP du service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- Trafic (requêtes par seconde)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- Taux d’erreurs HTTP 5xx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- Latence p95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- CPU utilisé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- Top endpoints les plus utilisés</a:t>
          </a:r>
        </a:p>
      </dsp:txBody>
      <dsp:txXfrm>
        <a:off x="5635" y="446223"/>
        <a:ext cx="3601164" cy="3201034"/>
      </dsp:txXfrm>
    </dsp:sp>
    <dsp:sp modelId="{D31791B7-11C2-4A45-8DB9-A2D760704D2F}">
      <dsp:nvSpPr>
        <dsp:cNvPr id="0" name=""/>
        <dsp:cNvSpPr/>
      </dsp:nvSpPr>
      <dsp:spPr>
        <a:xfrm>
          <a:off x="3206670" y="446223"/>
          <a:ext cx="4001293" cy="3201034"/>
        </a:xfrm>
        <a:prstGeom prst="chevron">
          <a:avLst>
            <a:gd name="adj" fmla="val 25000"/>
          </a:avLst>
        </a:prstGeom>
        <a:solidFill>
          <a:schemeClr val="accent5">
            <a:hueOff val="-2615887"/>
            <a:satOff val="15563"/>
            <a:lumOff val="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57" tIns="55880" rIns="141157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Ces requêtes alimentent directement les dashboards Grafana.</a:t>
          </a:r>
        </a:p>
      </dsp:txBody>
      <dsp:txXfrm>
        <a:off x="4006929" y="446223"/>
        <a:ext cx="2400776" cy="3201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87824F-E962-C94D-813A-678A50B83F7A}">
      <dsp:nvSpPr>
        <dsp:cNvPr id="0" name=""/>
        <dsp:cNvSpPr/>
      </dsp:nvSpPr>
      <dsp:spPr>
        <a:xfrm>
          <a:off x="0" y="224916"/>
          <a:ext cx="7213600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9856" tIns="312420" rIns="55985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Statut service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Trafic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Taux d’erreurs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Latence p95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Top endpoints</a:t>
          </a:r>
        </a:p>
      </dsp:txBody>
      <dsp:txXfrm>
        <a:off x="0" y="224916"/>
        <a:ext cx="7213600" cy="1559250"/>
      </dsp:txXfrm>
    </dsp:sp>
    <dsp:sp modelId="{D168AE96-8537-2E47-AA78-D585B587E52A}">
      <dsp:nvSpPr>
        <dsp:cNvPr id="0" name=""/>
        <dsp:cNvSpPr/>
      </dsp:nvSpPr>
      <dsp:spPr>
        <a:xfrm>
          <a:off x="360680" y="3516"/>
          <a:ext cx="5049519" cy="442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860" tIns="0" rIns="19086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Dashboard N1 : Vue opérationnelle</a:t>
          </a:r>
        </a:p>
      </dsp:txBody>
      <dsp:txXfrm>
        <a:off x="382296" y="25132"/>
        <a:ext cx="5006287" cy="399568"/>
      </dsp:txXfrm>
    </dsp:sp>
    <dsp:sp modelId="{0FA517F9-12F4-364D-B529-84B174D65418}">
      <dsp:nvSpPr>
        <dsp:cNvPr id="0" name=""/>
        <dsp:cNvSpPr/>
      </dsp:nvSpPr>
      <dsp:spPr>
        <a:xfrm>
          <a:off x="0" y="2086566"/>
          <a:ext cx="7213600" cy="132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9856" tIns="312420" rIns="55985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CPU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RAM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Disque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Réseau</a:t>
          </a:r>
        </a:p>
      </dsp:txBody>
      <dsp:txXfrm>
        <a:off x="0" y="2086566"/>
        <a:ext cx="7213600" cy="1323000"/>
      </dsp:txXfrm>
    </dsp:sp>
    <dsp:sp modelId="{1D03BD9E-AC11-AF41-94C8-D48F1C1F162E}">
      <dsp:nvSpPr>
        <dsp:cNvPr id="0" name=""/>
        <dsp:cNvSpPr/>
      </dsp:nvSpPr>
      <dsp:spPr>
        <a:xfrm>
          <a:off x="360680" y="1865166"/>
          <a:ext cx="5049519" cy="442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860" tIns="0" rIns="19086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Dashboard N2 : Diagnostic infrastructure</a:t>
          </a:r>
        </a:p>
      </dsp:txBody>
      <dsp:txXfrm>
        <a:off x="382296" y="1886782"/>
        <a:ext cx="5006287" cy="399568"/>
      </dsp:txXfrm>
    </dsp:sp>
    <dsp:sp modelId="{24B126A4-333C-9143-A7D9-C221EA5EEAF9}">
      <dsp:nvSpPr>
        <dsp:cNvPr id="0" name=""/>
        <dsp:cNvSpPr/>
      </dsp:nvSpPr>
      <dsp:spPr>
        <a:xfrm>
          <a:off x="0" y="3711966"/>
          <a:ext cx="72136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50893-5358-BB41-91DA-D73AD6E6277E}">
      <dsp:nvSpPr>
        <dsp:cNvPr id="0" name=""/>
        <dsp:cNvSpPr/>
      </dsp:nvSpPr>
      <dsp:spPr>
        <a:xfrm>
          <a:off x="360680" y="3490566"/>
          <a:ext cx="5049519" cy="442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860" tIns="0" rIns="19086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Objectif : 1 écran = 1 message clair.</a:t>
          </a:r>
        </a:p>
      </dsp:txBody>
      <dsp:txXfrm>
        <a:off x="382296" y="3512182"/>
        <a:ext cx="5006287" cy="399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43F83-30FF-0446-8B41-4FC8E54D4EBD}">
      <dsp:nvSpPr>
        <dsp:cNvPr id="0" name=""/>
        <dsp:cNvSpPr/>
      </dsp:nvSpPr>
      <dsp:spPr>
        <a:xfrm>
          <a:off x="0" y="2470633"/>
          <a:ext cx="7213600" cy="16210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Chaque alerte inclut message + action à effectuer.</a:t>
          </a:r>
        </a:p>
      </dsp:txBody>
      <dsp:txXfrm>
        <a:off x="0" y="2470633"/>
        <a:ext cx="7213600" cy="1621002"/>
      </dsp:txXfrm>
    </dsp:sp>
    <dsp:sp modelId="{0806E56D-462E-F94F-8DAA-D515808EAABC}">
      <dsp:nvSpPr>
        <dsp:cNvPr id="0" name=""/>
        <dsp:cNvSpPr/>
      </dsp:nvSpPr>
      <dsp:spPr>
        <a:xfrm rot="10800000">
          <a:off x="0" y="1845"/>
          <a:ext cx="7213600" cy="2493102"/>
        </a:xfrm>
        <a:prstGeom prst="upArrowCallout">
          <a:avLst/>
        </a:prstGeom>
        <a:solidFill>
          <a:schemeClr val="accent2">
            <a:hueOff val="-2712450"/>
            <a:satOff val="-1656"/>
            <a:lumOff val="64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 catégories d’alertes :</a:t>
          </a:r>
        </a:p>
      </dsp:txBody>
      <dsp:txXfrm rot="-10800000">
        <a:off x="0" y="1845"/>
        <a:ext cx="7213600" cy="875078"/>
      </dsp:txXfrm>
    </dsp:sp>
    <dsp:sp modelId="{5600C282-3106-0442-B6F8-9F613A115BFC}">
      <dsp:nvSpPr>
        <dsp:cNvPr id="0" name=""/>
        <dsp:cNvSpPr/>
      </dsp:nvSpPr>
      <dsp:spPr>
        <a:xfrm>
          <a:off x="3522" y="876924"/>
          <a:ext cx="2402185" cy="74543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Symptômes métier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- Taux d’erreurs &gt; 5%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- Latence p95 &gt; 1s</a:t>
          </a:r>
        </a:p>
      </dsp:txBody>
      <dsp:txXfrm>
        <a:off x="3522" y="876924"/>
        <a:ext cx="2402185" cy="745437"/>
      </dsp:txXfrm>
    </dsp:sp>
    <dsp:sp modelId="{0C410DD5-1842-534C-AF36-0C2970131B92}">
      <dsp:nvSpPr>
        <dsp:cNvPr id="0" name=""/>
        <dsp:cNvSpPr/>
      </dsp:nvSpPr>
      <dsp:spPr>
        <a:xfrm>
          <a:off x="2405707" y="876924"/>
          <a:ext cx="2402185" cy="745437"/>
        </a:xfrm>
        <a:prstGeom prst="rect">
          <a:avLst/>
        </a:prstGeom>
        <a:solidFill>
          <a:schemeClr val="accent2">
            <a:tint val="40000"/>
            <a:alpha val="90000"/>
            <a:hueOff val="-1870684"/>
            <a:satOff val="3763"/>
            <a:lumOff val="57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870684"/>
              <a:satOff val="3763"/>
              <a:lumOff val="5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Saturation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- CPU &gt; 80%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- RAM disponible &lt; 15%</a:t>
          </a:r>
        </a:p>
      </dsp:txBody>
      <dsp:txXfrm>
        <a:off x="2405707" y="876924"/>
        <a:ext cx="2402185" cy="745437"/>
      </dsp:txXfrm>
    </dsp:sp>
    <dsp:sp modelId="{BE93785D-4B2F-4643-8164-B29F52826401}">
      <dsp:nvSpPr>
        <dsp:cNvPr id="0" name=""/>
        <dsp:cNvSpPr/>
      </dsp:nvSpPr>
      <dsp:spPr>
        <a:xfrm>
          <a:off x="4807892" y="876924"/>
          <a:ext cx="2402185" cy="745437"/>
        </a:xfrm>
        <a:prstGeom prst="rect">
          <a:avLst/>
        </a:prstGeom>
        <a:solidFill>
          <a:schemeClr val="accent2">
            <a:tint val="40000"/>
            <a:alpha val="90000"/>
            <a:hueOff val="-3741368"/>
            <a:satOff val="7526"/>
            <a:lumOff val="114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741368"/>
              <a:satOff val="7526"/>
              <a:lumOff val="11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Qualité de collecte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- Target down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- Scrape metrics en échec</a:t>
          </a:r>
        </a:p>
      </dsp:txBody>
      <dsp:txXfrm>
        <a:off x="4807892" y="876924"/>
        <a:ext cx="2402185" cy="7454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427BB-5FEB-6644-BF74-8D601ACAFD26}">
      <dsp:nvSpPr>
        <dsp:cNvPr id="0" name=""/>
        <dsp:cNvSpPr/>
      </dsp:nvSpPr>
      <dsp:spPr>
        <a:xfrm>
          <a:off x="2085388" y="1137132"/>
          <a:ext cx="4481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8181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7510" y="1180458"/>
        <a:ext cx="23939" cy="4787"/>
      </dsp:txXfrm>
    </dsp:sp>
    <dsp:sp modelId="{159BA084-3C62-EE49-B488-C03EBD4D505E}">
      <dsp:nvSpPr>
        <dsp:cNvPr id="0" name=""/>
        <dsp:cNvSpPr/>
      </dsp:nvSpPr>
      <dsp:spPr>
        <a:xfrm>
          <a:off x="5529" y="558354"/>
          <a:ext cx="2081658" cy="12489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107070" rIns="102003" bIns="10707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Lancer la stack avec Docker Compose</a:t>
          </a:r>
        </a:p>
      </dsp:txBody>
      <dsp:txXfrm>
        <a:off x="5529" y="558354"/>
        <a:ext cx="2081658" cy="1248995"/>
      </dsp:txXfrm>
    </dsp:sp>
    <dsp:sp modelId="{988E30C2-F2FF-5441-9301-322E99FE2A72}">
      <dsp:nvSpPr>
        <dsp:cNvPr id="0" name=""/>
        <dsp:cNvSpPr/>
      </dsp:nvSpPr>
      <dsp:spPr>
        <a:xfrm>
          <a:off x="4645829" y="1137132"/>
          <a:ext cx="4481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8181" y="45720"/>
              </a:lnTo>
            </a:path>
          </a:pathLst>
        </a:custGeom>
        <a:noFill/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57950" y="1180458"/>
        <a:ext cx="23939" cy="4787"/>
      </dsp:txXfrm>
    </dsp:sp>
    <dsp:sp modelId="{C7AD0C76-0F42-DB4C-8E2F-A74B3C227301}">
      <dsp:nvSpPr>
        <dsp:cNvPr id="0" name=""/>
        <dsp:cNvSpPr/>
      </dsp:nvSpPr>
      <dsp:spPr>
        <a:xfrm>
          <a:off x="2565970" y="558354"/>
          <a:ext cx="2081658" cy="124899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107070" rIns="102003" bIns="10707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Accéder à Grafana</a:t>
          </a:r>
        </a:p>
      </dsp:txBody>
      <dsp:txXfrm>
        <a:off x="2565970" y="558354"/>
        <a:ext cx="2081658" cy="1248995"/>
      </dsp:txXfrm>
    </dsp:sp>
    <dsp:sp modelId="{44851A90-9AAD-874D-8F8B-3B60171F576D}">
      <dsp:nvSpPr>
        <dsp:cNvPr id="0" name=""/>
        <dsp:cNvSpPr/>
      </dsp:nvSpPr>
      <dsp:spPr>
        <a:xfrm>
          <a:off x="1046359" y="1805550"/>
          <a:ext cx="5120881" cy="448181"/>
        </a:xfrm>
        <a:custGeom>
          <a:avLst/>
          <a:gdLst/>
          <a:ahLst/>
          <a:cxnLst/>
          <a:rect l="0" t="0" r="0" b="0"/>
          <a:pathLst>
            <a:path>
              <a:moveTo>
                <a:pt x="5120881" y="0"/>
              </a:moveTo>
              <a:lnTo>
                <a:pt x="5120881" y="241190"/>
              </a:lnTo>
              <a:lnTo>
                <a:pt x="0" y="241190"/>
              </a:lnTo>
              <a:lnTo>
                <a:pt x="0" y="448181"/>
              </a:lnTo>
            </a:path>
          </a:pathLst>
        </a:custGeom>
        <a:noFill/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78219" y="2027247"/>
        <a:ext cx="257160" cy="4787"/>
      </dsp:txXfrm>
    </dsp:sp>
    <dsp:sp modelId="{8AA02FDE-0F04-304F-9F7F-34FCC1A92B1F}">
      <dsp:nvSpPr>
        <dsp:cNvPr id="0" name=""/>
        <dsp:cNvSpPr/>
      </dsp:nvSpPr>
      <dsp:spPr>
        <a:xfrm>
          <a:off x="5126411" y="558354"/>
          <a:ext cx="2081658" cy="124899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107070" rIns="102003" bIns="10707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Générer du trafic avec le load generator</a:t>
          </a:r>
        </a:p>
      </dsp:txBody>
      <dsp:txXfrm>
        <a:off x="5126411" y="558354"/>
        <a:ext cx="2081658" cy="1248995"/>
      </dsp:txXfrm>
    </dsp:sp>
    <dsp:sp modelId="{EE26B9C7-DC33-1645-8849-31B6B0199157}">
      <dsp:nvSpPr>
        <dsp:cNvPr id="0" name=""/>
        <dsp:cNvSpPr/>
      </dsp:nvSpPr>
      <dsp:spPr>
        <a:xfrm>
          <a:off x="2085388" y="2864909"/>
          <a:ext cx="4481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8181" y="45720"/>
              </a:lnTo>
            </a:path>
          </a:pathLst>
        </a:custGeom>
        <a:noFill/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7510" y="2908235"/>
        <a:ext cx="23939" cy="4787"/>
      </dsp:txXfrm>
    </dsp:sp>
    <dsp:sp modelId="{14B69681-5967-7B4C-A3C6-50EE0CB23A51}">
      <dsp:nvSpPr>
        <dsp:cNvPr id="0" name=""/>
        <dsp:cNvSpPr/>
      </dsp:nvSpPr>
      <dsp:spPr>
        <a:xfrm>
          <a:off x="5529" y="2286131"/>
          <a:ext cx="2081658" cy="12489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107070" rIns="102003" bIns="10707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Observer 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trafic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latence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taux d’erreur</a:t>
          </a:r>
        </a:p>
      </dsp:txBody>
      <dsp:txXfrm>
        <a:off x="5529" y="2286131"/>
        <a:ext cx="2081658" cy="1248995"/>
      </dsp:txXfrm>
    </dsp:sp>
    <dsp:sp modelId="{491441F9-653B-E144-BE94-AA75C5D3D8B3}">
      <dsp:nvSpPr>
        <dsp:cNvPr id="0" name=""/>
        <dsp:cNvSpPr/>
      </dsp:nvSpPr>
      <dsp:spPr>
        <a:xfrm>
          <a:off x="4645829" y="2864909"/>
          <a:ext cx="4481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8181" y="45720"/>
              </a:lnTo>
            </a:path>
          </a:pathLst>
        </a:custGeom>
        <a:noFill/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57950" y="2908235"/>
        <a:ext cx="23939" cy="4787"/>
      </dsp:txXfrm>
    </dsp:sp>
    <dsp:sp modelId="{220F38AB-6396-3246-B18A-97E93FC03AF7}">
      <dsp:nvSpPr>
        <dsp:cNvPr id="0" name=""/>
        <dsp:cNvSpPr/>
      </dsp:nvSpPr>
      <dsp:spPr>
        <a:xfrm>
          <a:off x="2565970" y="2286131"/>
          <a:ext cx="2081658" cy="12489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107070" rIns="102003" bIns="10707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Naviguer entre dashboard N1 et N2</a:t>
          </a:r>
        </a:p>
      </dsp:txBody>
      <dsp:txXfrm>
        <a:off x="2565970" y="2286131"/>
        <a:ext cx="2081658" cy="1248995"/>
      </dsp:txXfrm>
    </dsp:sp>
    <dsp:sp modelId="{B0E17B7A-2F33-7E45-A0E8-65F706691802}">
      <dsp:nvSpPr>
        <dsp:cNvPr id="0" name=""/>
        <dsp:cNvSpPr/>
      </dsp:nvSpPr>
      <dsp:spPr>
        <a:xfrm>
          <a:off x="5126411" y="2286131"/>
          <a:ext cx="2081658" cy="12489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003" tIns="107070" rIns="102003" bIns="10707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 Explorer les logs avec Loki.</a:t>
          </a:r>
        </a:p>
      </dsp:txBody>
      <dsp:txXfrm>
        <a:off x="5126411" y="2286131"/>
        <a:ext cx="2081658" cy="124899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3C79C-84C9-184D-8390-B79CE1E52939}">
      <dsp:nvSpPr>
        <dsp:cNvPr id="0" name=""/>
        <dsp:cNvSpPr/>
      </dsp:nvSpPr>
      <dsp:spPr>
        <a:xfrm rot="5400000">
          <a:off x="3816189" y="-1404053"/>
          <a:ext cx="1000511" cy="40625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pic d’erreurs API.</a:t>
          </a:r>
        </a:p>
      </dsp:txBody>
      <dsp:txXfrm rot="-5400000">
        <a:off x="2285177" y="175800"/>
        <a:ext cx="4013695" cy="902829"/>
      </dsp:txXfrm>
    </dsp:sp>
    <dsp:sp modelId="{0333743A-396D-6641-A9D8-6342DC9A014B}">
      <dsp:nvSpPr>
        <dsp:cNvPr id="0" name=""/>
        <dsp:cNvSpPr/>
      </dsp:nvSpPr>
      <dsp:spPr>
        <a:xfrm>
          <a:off x="0" y="1894"/>
          <a:ext cx="2285177" cy="1250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Incident </a:t>
          </a:r>
          <a:r>
            <a:rPr lang="en-US" sz="3000" kern="1200" dirty="0" err="1"/>
            <a:t>simulé</a:t>
          </a:r>
          <a:r>
            <a:rPr lang="en-US" sz="3000" kern="1200" dirty="0"/>
            <a:t> </a:t>
          </a:r>
        </a:p>
      </dsp:txBody>
      <dsp:txXfrm>
        <a:off x="61051" y="62945"/>
        <a:ext cx="2163075" cy="1128537"/>
      </dsp:txXfrm>
    </dsp:sp>
    <dsp:sp modelId="{3B3F69C6-A4ED-844A-90B0-F39EBB62DC40}">
      <dsp:nvSpPr>
        <dsp:cNvPr id="0" name=""/>
        <dsp:cNvSpPr/>
      </dsp:nvSpPr>
      <dsp:spPr>
        <a:xfrm rot="5400000">
          <a:off x="3816189" y="-90881"/>
          <a:ext cx="1000511" cy="40625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1. Générer des erreurs via /api/error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2. Observer le spike dans Grafana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3. Vérifier la latence et les endpoints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4. Corréler avec les logs Loki</a:t>
          </a:r>
        </a:p>
      </dsp:txBody>
      <dsp:txXfrm rot="-5400000">
        <a:off x="2285177" y="1488972"/>
        <a:ext cx="4013695" cy="902829"/>
      </dsp:txXfrm>
    </dsp:sp>
    <dsp:sp modelId="{806FF917-CB85-974D-BDE4-F711C17FB8FB}">
      <dsp:nvSpPr>
        <dsp:cNvPr id="0" name=""/>
        <dsp:cNvSpPr/>
      </dsp:nvSpPr>
      <dsp:spPr>
        <a:xfrm>
          <a:off x="0" y="1315066"/>
          <a:ext cx="2285177" cy="1250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Étapes</a:t>
          </a:r>
        </a:p>
      </dsp:txBody>
      <dsp:txXfrm>
        <a:off x="61051" y="1376117"/>
        <a:ext cx="2163075" cy="1128537"/>
      </dsp:txXfrm>
    </dsp:sp>
    <dsp:sp modelId="{8F25216C-4DE0-4346-8175-C12E2E966FEE}">
      <dsp:nvSpPr>
        <dsp:cNvPr id="0" name=""/>
        <dsp:cNvSpPr/>
      </dsp:nvSpPr>
      <dsp:spPr>
        <a:xfrm rot="5400000">
          <a:off x="3816189" y="1222289"/>
          <a:ext cx="1000511" cy="40625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métriques + logs permettent d’identifier rapidement la cause.</a:t>
          </a:r>
        </a:p>
      </dsp:txBody>
      <dsp:txXfrm rot="-5400000">
        <a:off x="2285177" y="2802143"/>
        <a:ext cx="4013695" cy="902829"/>
      </dsp:txXfrm>
    </dsp:sp>
    <dsp:sp modelId="{469E08E3-5A77-1E49-BCB9-92E2403E4B9C}">
      <dsp:nvSpPr>
        <dsp:cNvPr id="0" name=""/>
        <dsp:cNvSpPr/>
      </dsp:nvSpPr>
      <dsp:spPr>
        <a:xfrm>
          <a:off x="0" y="2628238"/>
          <a:ext cx="2285177" cy="1250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Conclusion</a:t>
          </a:r>
        </a:p>
      </dsp:txBody>
      <dsp:txXfrm>
        <a:off x="61051" y="2689289"/>
        <a:ext cx="2163075" cy="11285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56BA2-6953-4A08-B25E-C92357D9F0B8}">
      <dsp:nvSpPr>
        <dsp:cNvPr id="0" name=""/>
        <dsp:cNvSpPr/>
      </dsp:nvSpPr>
      <dsp:spPr>
        <a:xfrm>
          <a:off x="616661" y="652796"/>
          <a:ext cx="662976" cy="6629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1B3FD-94D2-4921-BEAE-038C6560A3AA}">
      <dsp:nvSpPr>
        <dsp:cNvPr id="0" name=""/>
        <dsp:cNvSpPr/>
      </dsp:nvSpPr>
      <dsp:spPr>
        <a:xfrm>
          <a:off x="1040" y="1426505"/>
          <a:ext cx="1894218" cy="284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Résultat : </a:t>
          </a:r>
        </a:p>
      </dsp:txBody>
      <dsp:txXfrm>
        <a:off x="1040" y="1426505"/>
        <a:ext cx="1894218" cy="284132"/>
      </dsp:txXfrm>
    </dsp:sp>
    <dsp:sp modelId="{0DFEC0A0-118D-4210-A119-9752BF40275E}">
      <dsp:nvSpPr>
        <dsp:cNvPr id="0" name=""/>
        <dsp:cNvSpPr/>
      </dsp:nvSpPr>
      <dsp:spPr>
        <a:xfrm>
          <a:off x="1040" y="1762141"/>
          <a:ext cx="1894218" cy="146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une plateforme de supervision reproductible.</a:t>
          </a:r>
        </a:p>
      </dsp:txBody>
      <dsp:txXfrm>
        <a:off x="1040" y="1762141"/>
        <a:ext cx="1894218" cy="1465835"/>
      </dsp:txXfrm>
    </dsp:sp>
    <dsp:sp modelId="{4A950013-2D86-400A-B38A-74BC977922AA}">
      <dsp:nvSpPr>
        <dsp:cNvPr id="0" name=""/>
        <dsp:cNvSpPr/>
      </dsp:nvSpPr>
      <dsp:spPr>
        <a:xfrm>
          <a:off x="2842368" y="652796"/>
          <a:ext cx="662976" cy="6629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D4F0D8-8A4F-4998-97F7-4CF8D38DF18A}">
      <dsp:nvSpPr>
        <dsp:cNvPr id="0" name=""/>
        <dsp:cNvSpPr/>
      </dsp:nvSpPr>
      <dsp:spPr>
        <a:xfrm>
          <a:off x="2226747" y="1426505"/>
          <a:ext cx="1894218" cy="284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Points forts :</a:t>
          </a:r>
        </a:p>
      </dsp:txBody>
      <dsp:txXfrm>
        <a:off x="2226747" y="1426505"/>
        <a:ext cx="1894218" cy="284132"/>
      </dsp:txXfrm>
    </dsp:sp>
    <dsp:sp modelId="{939302A6-A822-4D2E-B048-D0C4ADE190BE}">
      <dsp:nvSpPr>
        <dsp:cNvPr id="0" name=""/>
        <dsp:cNvSpPr/>
      </dsp:nvSpPr>
      <dsp:spPr>
        <a:xfrm>
          <a:off x="2226747" y="1762141"/>
          <a:ext cx="1894218" cy="146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Stack complète Prometheus/Grafana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Dashboards lisibles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Alertes actionnables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Corrélation métriques + logs</a:t>
          </a:r>
        </a:p>
      </dsp:txBody>
      <dsp:txXfrm>
        <a:off x="2226747" y="1762141"/>
        <a:ext cx="1894218" cy="1465835"/>
      </dsp:txXfrm>
    </dsp:sp>
    <dsp:sp modelId="{3D177B4F-7189-42AA-9775-B9487CF80F16}">
      <dsp:nvSpPr>
        <dsp:cNvPr id="0" name=""/>
        <dsp:cNvSpPr/>
      </dsp:nvSpPr>
      <dsp:spPr>
        <a:xfrm>
          <a:off x="5068075" y="652796"/>
          <a:ext cx="662976" cy="6629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F8193-DD47-4B83-B754-BE05B103B78A}">
      <dsp:nvSpPr>
        <dsp:cNvPr id="0" name=""/>
        <dsp:cNvSpPr/>
      </dsp:nvSpPr>
      <dsp:spPr>
        <a:xfrm>
          <a:off x="4452454" y="1426505"/>
          <a:ext cx="1894218" cy="284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Objectif atteint : </a:t>
          </a:r>
        </a:p>
      </dsp:txBody>
      <dsp:txXfrm>
        <a:off x="4452454" y="1426505"/>
        <a:ext cx="1894218" cy="284132"/>
      </dsp:txXfrm>
    </dsp:sp>
    <dsp:sp modelId="{AB07D51F-F737-4DD1-9BF6-EBBAEFF94EB3}">
      <dsp:nvSpPr>
        <dsp:cNvPr id="0" name=""/>
        <dsp:cNvSpPr/>
      </dsp:nvSpPr>
      <dsp:spPr>
        <a:xfrm>
          <a:off x="4452454" y="1762141"/>
          <a:ext cx="1894218" cy="146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diagnostiquer rapidement un incident en production.</a:t>
          </a:r>
        </a:p>
      </dsp:txBody>
      <dsp:txXfrm>
        <a:off x="4452454" y="1762141"/>
        <a:ext cx="1894218" cy="1465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1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4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61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98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8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6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82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9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4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1302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20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596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92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98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0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0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Supervision d’une API en production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F805C5-D4C4-D2D9-5797-D9CF800717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20808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D94F95D-89EF-455B-9F54-0F4231363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9144000" cy="228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2B9F8D-6DD1-481E-8CCE-81A7EEB15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68955" y="-8467"/>
            <a:ext cx="3575053" cy="6866467"/>
            <a:chOff x="7425267" y="-8467"/>
            <a:chExt cx="4766733" cy="686646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D531F65-BE00-4220-96DD-64DD545E0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5BD48B8-B8E0-4EC6-889B-B9D503585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4CB88335-CEFC-4E93-A849-B293A59F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A68404B5-9CA3-4B1B-A75D-54F36B1B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7260DE41-7357-49EC-A4FF-41B666696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1D9D87BA-A306-430B-8BCF-468FF820D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39F522E6-2DF0-48FC-873D-74BF21019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1015C585-0283-4901-9837-57DD565CE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CB6D253E-04B9-4649-B17B-DE58968B2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765972"/>
            <a:ext cx="6447501" cy="1320800"/>
          </a:xfrm>
        </p:spPr>
        <p:txBody>
          <a:bodyPr anchor="ctr">
            <a:normAutofit/>
          </a:bodyPr>
          <a:lstStyle/>
          <a:p>
            <a:r>
              <a:rPr lang="fr-FR" sz="3800">
                <a:solidFill>
                  <a:schemeClr val="bg1"/>
                </a:solidFill>
              </a:rPr>
              <a:t>Contexte du projet</a:t>
            </a: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1AE21A0-AA96-4557-AB48-66255CF0A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B78D20-FB4A-C160-0AA9-AE987810F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546418"/>
              </p:ext>
            </p:extLst>
          </p:nvPr>
        </p:nvGraphicFramePr>
        <p:xfrm>
          <a:off x="482203" y="642938"/>
          <a:ext cx="8179594" cy="3286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fr-FR" sz="2900">
                <a:solidFill>
                  <a:schemeClr val="accent1">
                    <a:lumMod val="75000"/>
                  </a:schemeClr>
                </a:solidFill>
              </a:rPr>
              <a:t>Choix d’architecture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4A0324-7298-AAB8-8593-29FAEF04B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8592850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fr-FR"/>
              <a:t>Architecture technique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27F7EFD5-3F8C-3CB5-8FA1-4934EE654833}"/>
              </a:ext>
            </a:extLst>
          </p:cNvPr>
          <p:cNvGrpSpPr/>
          <p:nvPr/>
        </p:nvGrpSpPr>
        <p:grpSpPr>
          <a:xfrm>
            <a:off x="828910" y="4226412"/>
            <a:ext cx="1715694" cy="1029416"/>
            <a:chOff x="255465" y="1426010"/>
            <a:chExt cx="1715694" cy="10294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0A5DD1-E44D-829F-1F7D-344EBE19141B}"/>
                </a:ext>
              </a:extLst>
            </p:cNvPr>
            <p:cNvSpPr/>
            <p:nvPr/>
          </p:nvSpPr>
          <p:spPr>
            <a:xfrm>
              <a:off x="255465" y="1426010"/>
              <a:ext cx="1715694" cy="102941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9865086-6113-3379-809F-5B89273442CA}"/>
                </a:ext>
              </a:extLst>
            </p:cNvPr>
            <p:cNvSpPr txBox="1"/>
            <p:nvPr/>
          </p:nvSpPr>
          <p:spPr>
            <a:xfrm>
              <a:off x="255465" y="1426010"/>
              <a:ext cx="1715694" cy="10294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4070" tIns="88247" rIns="84070" bIns="88247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API + Node Exporter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63694C90-7872-1D14-544D-57A12B3389B4}"/>
              </a:ext>
            </a:extLst>
          </p:cNvPr>
          <p:cNvGrpSpPr/>
          <p:nvPr/>
        </p:nvGrpSpPr>
        <p:grpSpPr>
          <a:xfrm>
            <a:off x="2881132" y="4226412"/>
            <a:ext cx="1715694" cy="1029416"/>
            <a:chOff x="255465" y="1426010"/>
            <a:chExt cx="1715694" cy="102941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51B523-EF84-9E52-BC88-CD0D4CB37D9F}"/>
                </a:ext>
              </a:extLst>
            </p:cNvPr>
            <p:cNvSpPr/>
            <p:nvPr/>
          </p:nvSpPr>
          <p:spPr>
            <a:xfrm>
              <a:off x="255465" y="1426010"/>
              <a:ext cx="1715694" cy="102941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0C3BD01-6BDE-1D9A-3AE5-2C1D1F7467E0}"/>
                </a:ext>
              </a:extLst>
            </p:cNvPr>
            <p:cNvSpPr txBox="1"/>
            <p:nvPr/>
          </p:nvSpPr>
          <p:spPr>
            <a:xfrm>
              <a:off x="255465" y="1426010"/>
              <a:ext cx="1715694" cy="10294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4070" tIns="88247" rIns="84070" bIns="88247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Prometheus</a:t>
              </a:r>
            </a:p>
          </p:txBody>
        </p:sp>
      </p:grp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7C188ABC-E69F-3FCF-3101-D5E0B2EF09D4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544604" y="4741120"/>
            <a:ext cx="336528" cy="0"/>
          </a:xfrm>
          <a:prstGeom prst="straightConnector1">
            <a:avLst/>
          </a:prstGeom>
          <a:ln w="158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2AF8300F-E655-BA44-903F-CB13936AB8E9}"/>
              </a:ext>
            </a:extLst>
          </p:cNvPr>
          <p:cNvGrpSpPr/>
          <p:nvPr/>
        </p:nvGrpSpPr>
        <p:grpSpPr>
          <a:xfrm>
            <a:off x="810252" y="2905612"/>
            <a:ext cx="1734352" cy="1046776"/>
            <a:chOff x="-15291" y="2154676"/>
            <a:chExt cx="1880738" cy="113512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933DB80-5A53-2991-8219-36D2CB1F9280}"/>
                </a:ext>
              </a:extLst>
            </p:cNvPr>
            <p:cNvSpPr/>
            <p:nvPr/>
          </p:nvSpPr>
          <p:spPr>
            <a:xfrm>
              <a:off x="4942" y="2154676"/>
              <a:ext cx="1860505" cy="1116303"/>
            </a:xfrm>
            <a:prstGeom prst="rect">
              <a:avLst/>
            </a:prstGeom>
            <a:solidFill>
              <a:srgbClr val="9B40D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AC64BF4D-17CD-4855-0FB7-6977187C60E6}"/>
                </a:ext>
              </a:extLst>
            </p:cNvPr>
            <p:cNvSpPr txBox="1"/>
            <p:nvPr/>
          </p:nvSpPr>
          <p:spPr>
            <a:xfrm>
              <a:off x="-15291" y="2173501"/>
              <a:ext cx="1860505" cy="11163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166" tIns="95695" rIns="91166" bIns="9569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Logs API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8E175BF-5055-B065-6E92-C51A7311E4AF}"/>
              </a:ext>
            </a:extLst>
          </p:cNvPr>
          <p:cNvGrpSpPr/>
          <p:nvPr/>
        </p:nvGrpSpPr>
        <p:grpSpPr>
          <a:xfrm>
            <a:off x="2862474" y="2905612"/>
            <a:ext cx="1734352" cy="1046776"/>
            <a:chOff x="-15291" y="2154676"/>
            <a:chExt cx="1880738" cy="113512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C3818E-2D7A-1D33-A92A-0391C57AD4B3}"/>
                </a:ext>
              </a:extLst>
            </p:cNvPr>
            <p:cNvSpPr/>
            <p:nvPr/>
          </p:nvSpPr>
          <p:spPr>
            <a:xfrm>
              <a:off x="4942" y="2154676"/>
              <a:ext cx="1860505" cy="1116303"/>
            </a:xfrm>
            <a:prstGeom prst="rect">
              <a:avLst/>
            </a:prstGeom>
            <a:solidFill>
              <a:srgbClr val="9B40D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9F519560-4B76-7308-8AF9-F6F62B8403E7}"/>
                </a:ext>
              </a:extLst>
            </p:cNvPr>
            <p:cNvSpPr txBox="1"/>
            <p:nvPr/>
          </p:nvSpPr>
          <p:spPr>
            <a:xfrm>
              <a:off x="-15291" y="2173501"/>
              <a:ext cx="1860505" cy="11163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166" tIns="95695" rIns="91166" bIns="9569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 err="1"/>
                <a:t>Promtail</a:t>
              </a:r>
              <a:endParaRPr lang="en-US" sz="1500" kern="1200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F8A7963-736C-C191-B41B-B4889DED5198}"/>
              </a:ext>
            </a:extLst>
          </p:cNvPr>
          <p:cNvGrpSpPr/>
          <p:nvPr/>
        </p:nvGrpSpPr>
        <p:grpSpPr>
          <a:xfrm>
            <a:off x="4914696" y="2905612"/>
            <a:ext cx="1734352" cy="1029416"/>
            <a:chOff x="4942" y="2154676"/>
            <a:chExt cx="1880738" cy="111630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0DA4FC5-1166-5A4C-A6E4-2F3CF50DD1C5}"/>
                </a:ext>
              </a:extLst>
            </p:cNvPr>
            <p:cNvSpPr/>
            <p:nvPr/>
          </p:nvSpPr>
          <p:spPr>
            <a:xfrm>
              <a:off x="4942" y="2154676"/>
              <a:ext cx="1860505" cy="1116303"/>
            </a:xfrm>
            <a:prstGeom prst="rect">
              <a:avLst/>
            </a:prstGeom>
            <a:solidFill>
              <a:srgbClr val="9B40D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05B12423-16D6-B401-7537-35379C80B06C}"/>
                </a:ext>
              </a:extLst>
            </p:cNvPr>
            <p:cNvSpPr txBox="1"/>
            <p:nvPr/>
          </p:nvSpPr>
          <p:spPr>
            <a:xfrm>
              <a:off x="25175" y="2154676"/>
              <a:ext cx="1860505" cy="11163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166" tIns="95695" rIns="91166" bIns="9569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Loki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2C481044-CA7F-8E8D-529C-9EEF0364FF71}"/>
              </a:ext>
            </a:extLst>
          </p:cNvPr>
          <p:cNvGrpSpPr/>
          <p:nvPr/>
        </p:nvGrpSpPr>
        <p:grpSpPr>
          <a:xfrm>
            <a:off x="4924025" y="4226412"/>
            <a:ext cx="1725023" cy="1029416"/>
            <a:chOff x="4942" y="2154676"/>
            <a:chExt cx="1870621" cy="111630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29DF9C4-122E-25B6-7BF9-0A3215215138}"/>
                </a:ext>
              </a:extLst>
            </p:cNvPr>
            <p:cNvSpPr/>
            <p:nvPr/>
          </p:nvSpPr>
          <p:spPr>
            <a:xfrm>
              <a:off x="4942" y="2154676"/>
              <a:ext cx="1860505" cy="1116303"/>
            </a:xfrm>
            <a:prstGeom prst="rect">
              <a:avLst/>
            </a:prstGeom>
            <a:solidFill>
              <a:srgbClr val="E3AA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36D5DE0A-B7B4-F1C5-EBDE-2CF79C755D19}"/>
                </a:ext>
              </a:extLst>
            </p:cNvPr>
            <p:cNvSpPr txBox="1"/>
            <p:nvPr/>
          </p:nvSpPr>
          <p:spPr>
            <a:xfrm>
              <a:off x="15058" y="2154676"/>
              <a:ext cx="1860505" cy="11163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166" tIns="95695" rIns="91166" bIns="9569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Grafana</a:t>
              </a:r>
            </a:p>
          </p:txBody>
        </p:sp>
      </p:grp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5974215-BDE7-27F5-20A9-0B1AF416D53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2544604" y="3420320"/>
            <a:ext cx="336528" cy="0"/>
          </a:xfrm>
          <a:prstGeom prst="straightConnector1">
            <a:avLst/>
          </a:prstGeom>
          <a:ln w="15875">
            <a:solidFill>
              <a:srgbClr val="9B40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8872F5A-2C91-4A1D-F650-C21E669074D3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4596826" y="3420320"/>
            <a:ext cx="336528" cy="0"/>
          </a:xfrm>
          <a:prstGeom prst="straightConnector1">
            <a:avLst/>
          </a:prstGeom>
          <a:ln w="15875">
            <a:solidFill>
              <a:srgbClr val="9B40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A1DE411E-1D80-869A-E91A-F077394EC4FF}"/>
              </a:ext>
            </a:extLst>
          </p:cNvPr>
          <p:cNvGrpSpPr/>
          <p:nvPr/>
        </p:nvGrpSpPr>
        <p:grpSpPr>
          <a:xfrm>
            <a:off x="2892068" y="5547212"/>
            <a:ext cx="1713636" cy="1029416"/>
            <a:chOff x="197918" y="2252786"/>
            <a:chExt cx="2713630" cy="162817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F41D9F5-8B3B-CDB5-3D76-179A8C577F1F}"/>
                </a:ext>
              </a:extLst>
            </p:cNvPr>
            <p:cNvSpPr/>
            <p:nvPr/>
          </p:nvSpPr>
          <p:spPr>
            <a:xfrm>
              <a:off x="197918" y="2252786"/>
              <a:ext cx="2713630" cy="1628178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C73A3890-1FB4-A792-2C70-2FAD208E1E8B}"/>
                </a:ext>
              </a:extLst>
            </p:cNvPr>
            <p:cNvSpPr txBox="1"/>
            <p:nvPr/>
          </p:nvSpPr>
          <p:spPr>
            <a:xfrm>
              <a:off x="197918" y="2252786"/>
              <a:ext cx="2713630" cy="16281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970" tIns="139576" rIns="132970" bIns="139576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 err="1"/>
                <a:t>Alertmanager</a:t>
              </a:r>
              <a:endParaRPr lang="en-US" sz="1200" kern="1200" dirty="0"/>
            </a:p>
          </p:txBody>
        </p:sp>
      </p:grp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AE99227A-B87B-9DF1-394C-996CE19DFD0B}"/>
              </a:ext>
            </a:extLst>
          </p:cNvPr>
          <p:cNvCxnSpPr>
            <a:cxnSpLocks/>
            <a:stCxn id="15" idx="3"/>
            <a:endCxn id="32" idx="1"/>
          </p:cNvCxnSpPr>
          <p:nvPr/>
        </p:nvCxnSpPr>
        <p:spPr>
          <a:xfrm>
            <a:off x="4596826" y="4741120"/>
            <a:ext cx="336528" cy="0"/>
          </a:xfrm>
          <a:prstGeom prst="straightConnector1">
            <a:avLst/>
          </a:prstGeom>
          <a:ln w="15875">
            <a:solidFill>
              <a:srgbClr val="E3AA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2C04EF9E-C39A-F09E-E8E6-CAF1A85F8263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5791201" y="3935028"/>
            <a:ext cx="0" cy="291384"/>
          </a:xfrm>
          <a:prstGeom prst="straightConnector1">
            <a:avLst/>
          </a:prstGeom>
          <a:ln w="15875">
            <a:solidFill>
              <a:srgbClr val="E3AA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075F2605-3BF7-0D70-7AD3-E04D208032A2}"/>
              </a:ext>
            </a:extLst>
          </p:cNvPr>
          <p:cNvCxnSpPr>
            <a:cxnSpLocks/>
            <a:stCxn id="15" idx="2"/>
            <a:endCxn id="44" idx="0"/>
          </p:cNvCxnSpPr>
          <p:nvPr/>
        </p:nvCxnSpPr>
        <p:spPr>
          <a:xfrm>
            <a:off x="3738979" y="5255828"/>
            <a:ext cx="9907" cy="291384"/>
          </a:xfrm>
          <a:prstGeom prst="straightConnector1">
            <a:avLst/>
          </a:prstGeom>
          <a:ln w="158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06678CB0-2C55-FD96-CE65-91A27883BC10}"/>
              </a:ext>
            </a:extLst>
          </p:cNvPr>
          <p:cNvSpPr txBox="1"/>
          <p:nvPr/>
        </p:nvSpPr>
        <p:spPr>
          <a:xfrm>
            <a:off x="508000" y="1160848"/>
            <a:ext cx="6739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Déploiement</a:t>
            </a:r>
            <a:r>
              <a:rPr lang="en-US" dirty="0"/>
              <a:t> </a:t>
            </a:r>
            <a:r>
              <a:rPr lang="en-US" dirty="0" err="1"/>
              <a:t>entièrement</a:t>
            </a:r>
            <a:r>
              <a:rPr lang="en-US" dirty="0"/>
              <a:t> reproductible avec Docker Compose.</a:t>
            </a:r>
          </a:p>
          <a:p>
            <a:endParaRPr lang="fr-FR" dirty="0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189E0FF5-07D4-6DE9-DAD7-E960875A40F9}"/>
              </a:ext>
            </a:extLst>
          </p:cNvPr>
          <p:cNvSpPr txBox="1"/>
          <p:nvPr/>
        </p:nvSpPr>
        <p:spPr>
          <a:xfrm>
            <a:off x="508000" y="2393333"/>
            <a:ext cx="212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Flux principal :</a:t>
            </a:r>
          </a:p>
          <a:p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FF8A2C2F-8D65-08CE-D14A-2D4C09D30D80}"/>
              </a:ext>
            </a:extLst>
          </p:cNvPr>
          <p:cNvSpPr txBox="1"/>
          <p:nvPr/>
        </p:nvSpPr>
        <p:spPr>
          <a:xfrm>
            <a:off x="508000" y="1570390"/>
            <a:ext cx="7513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Objectif : </a:t>
            </a:r>
            <a:r>
              <a:rPr lang="en-US" dirty="0" err="1"/>
              <a:t>centraliser</a:t>
            </a:r>
            <a:r>
              <a:rPr lang="en-US" dirty="0"/>
              <a:t> </a:t>
            </a:r>
            <a:r>
              <a:rPr lang="en-US" dirty="0" err="1"/>
              <a:t>métriques</a:t>
            </a:r>
            <a:r>
              <a:rPr lang="en-US" dirty="0"/>
              <a:t> + logs pour </a:t>
            </a:r>
            <a:r>
              <a:rPr lang="en-US" dirty="0" err="1"/>
              <a:t>diagnostiquer</a:t>
            </a:r>
            <a:r>
              <a:rPr lang="en-US" dirty="0"/>
              <a:t> </a:t>
            </a:r>
            <a:r>
              <a:rPr lang="en-US" dirty="0" err="1"/>
              <a:t>rapidement</a:t>
            </a:r>
            <a:r>
              <a:rPr lang="en-US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SLI et SLO définis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r>
              <a:t>SLI 1 : Disponibilité (taux de succès des requêtes HTTP)</a:t>
            </a:r>
          </a:p>
          <a:p>
            <a:r>
              <a:t>SLI 2 : Latence p95 des requêtes</a:t>
            </a:r>
          </a:p>
          <a:p>
            <a:endParaRPr/>
          </a:p>
          <a:p>
            <a:r>
              <a:t>SLO : 99.5% de requêtes sans erreur 5xx</a:t>
            </a:r>
          </a:p>
          <a:p>
            <a:r>
              <a:t>Fenêtre : 5 minutes</a:t>
            </a:r>
          </a:p>
          <a:p>
            <a:endParaRPr/>
          </a:p>
          <a:p>
            <a:r>
              <a:t>Seuil de latence cible : p95 &lt; 1 seconde</a:t>
            </a:r>
          </a:p>
          <a:p>
            <a:endParaRPr/>
          </a:p>
          <a:p>
            <a:r>
              <a:t>Ces indicateurs reflètent directement l’expérience utilisateur.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fr-FR"/>
              <a:t>Requêtes PromQL principales</a:t>
            </a:r>
          </a:p>
        </p:txBody>
      </p:sp>
      <p:sp>
        <p:nvSpPr>
          <p:cNvPr id="34" name="Isosceles Triangle 19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9BBDE7-A12B-7E0B-EA02-4B2A8EDD35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28984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Dashboard Grafana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1BBE63-D552-BD06-9444-D1A03F491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71103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Système d’alertes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3E4A12-F9C3-940B-1B55-E61267EB61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837401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Démonstration (3 minutes)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2767B1-0691-6BD3-39FC-7C753B863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652145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d’incident et diagnostic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456B3C7-A936-4F4B-AC7A-30A023DAB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803202"/>
              </p:ext>
            </p:extLst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886F8D-9DB2-E1B2-9D22-EBCA910339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516</Words>
  <Application>Microsoft Macintosh PowerPoint</Application>
  <PresentationFormat>Affichage à l'écran (4:3)</PresentationFormat>
  <Paragraphs>108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Facette</vt:lpstr>
      <vt:lpstr>Supervision d’une API en production</vt:lpstr>
      <vt:lpstr>Contexte du projet</vt:lpstr>
      <vt:lpstr>Choix d’architecture</vt:lpstr>
      <vt:lpstr>Architecture technique</vt:lpstr>
      <vt:lpstr>SLI et SLO définis</vt:lpstr>
      <vt:lpstr>Requêtes PromQL principales</vt:lpstr>
      <vt:lpstr>Dashboard Grafana</vt:lpstr>
      <vt:lpstr>Système d’alertes</vt:lpstr>
      <vt:lpstr>Démonstration (3 minutes)</vt:lpstr>
      <vt:lpstr>Simulation d’incident et diagnostic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LLODRA Dylan</cp:lastModifiedBy>
  <cp:revision>2</cp:revision>
  <dcterms:created xsi:type="dcterms:W3CDTF">2013-01-27T09:14:16Z</dcterms:created>
  <dcterms:modified xsi:type="dcterms:W3CDTF">2026-03-09T17:37:52Z</dcterms:modified>
  <cp:category/>
</cp:coreProperties>
</file>